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684A5-DA25-852B-C7B0-BB6599D7E4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67E36E-CE5E-B264-C3E8-82BEDED759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F9FDA9-80FD-E774-F3CE-4FFEA715C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B58CB5-B033-F5EB-6ED2-C6AB7F843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2C086B-BC5C-7612-F01D-3D864D19E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72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9DC3D-5C7E-EE51-7EF9-B29C3CC87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7AB7B-BCB7-0DBE-F15F-EE6DC11E0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0C210-1096-C4AE-235C-E0B3D5C99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8E056-DE36-3F49-037A-35C92DF62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E88E61-CDA0-E24B-5FFD-5AFC4734E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441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AA346-26B0-B740-9429-3D6F369C7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F7DEF4-F844-085F-C358-117D26B1E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4295EC-07D0-A526-77AA-51536E837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A7A302-1219-85FD-D1EA-211801C92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4FB076-DE5C-1EFE-4CDF-7429356AD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000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8AB1F-B630-1A47-1A28-BD473ED00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ABA10-C104-4CD0-C19E-DE2011DAA9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F1D8F-1915-7760-ADC1-99A03EA513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518BBE-6665-CC5F-535C-367A7C735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5AB8B1-1F3F-7D0A-D289-05F2CDAB4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7DC3EA-C399-46C0-4386-833F5BF11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268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0A808-DAE9-A95B-84D7-E50B20843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3DC3B-9318-FA66-182F-AEC100A96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979C26-C865-DE12-24E5-CC967D0EB1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52D1B0-C464-737C-0A53-147414193D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0755EE-2169-31B3-5F0B-CD9309A9F8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804C15-5D59-B177-8EBF-97B0A0873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46C0A5-E8DF-902F-8C10-872BDB316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3224A5-9FBB-C82C-75AC-B2CEF3C5D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279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15CA1-9828-401B-50BA-71813E20E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D75B47-B1F7-157E-479C-284FFAC9E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6B7215-432E-2A21-FF25-5F62ABF8E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869E3C-BEB1-2B1E-355A-5EF7D4791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581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8C2F3C-6DD5-5B95-FF18-C49265FB4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172F20-48B6-2581-730F-0DAA4BC97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6AA22-C67E-82E8-19FA-540936EBB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78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C2415-30FA-6BB9-93E8-B640BE51C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0509C-C96A-F22C-622F-0A61D2B4D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289700-F938-B075-FF4B-94933DBAB1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7468F4-CDC3-4F84-F037-56E66528B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C59673-F8E4-A538-13F8-D63719956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463D4-46B6-D4A9-AD25-007D87CCA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83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6CBDA-0658-1AE3-2E03-99212BCBA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828968-5708-4C37-DA64-C3C99C3D06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CA560F-AABE-4DEF-4BB9-EABD121A8F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E02D1D-FFB5-AC58-2EA6-4BA4CC026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9DF3F3-DF26-03FE-03F6-605AD3ECF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075DB4-8DD0-8FDF-E8E1-9008DF9C9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807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6F3BA-D964-F92A-20A4-F9EFFA631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A5E6F9-14A3-EE8A-FF1B-352DFBA57B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DA290-DD16-D517-A45A-182B636A1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0325E0-2007-7BFC-E1A5-AC84A746B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448BAD-8EE8-58C6-7130-BBB91E219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864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A19663-7EA3-6CBA-1E13-F982858C5B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320A13-9960-FCC8-2A7E-8F10588191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D4B66B-6144-EB27-1BD8-9FDF84E32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19E49-4B04-1894-FA4A-FEEEFE051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3E80EB-420A-CDEC-DF7E-5688D1D0A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322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ABF1CE-A9FE-4D8B-16C5-15CF83D57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7FBE0-780E-272D-A54F-368341EEB7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370B0F-A78D-0D94-A767-8B5C84BB77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5ABFEB-B687-4971-91D1-2F7C75FB417F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5F5756-B67A-DB35-F7D4-10B5452FBD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DC138-3487-754D-8ED8-CF72007485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B5AAA8-4A7D-47C8-979B-C202548D2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588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D0A44-377B-3152-31A2-4151B27F85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Projecting Infrastructure Strikes in Ukraine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C1DF33-9B29-08CB-855E-CF9579A517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867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CC579-5CC0-A5BD-3B70-BDF1CB6BF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and Predictors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A432B6-2B47-2D08-4D66-59E0E2B0B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33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3B684-7610-B1D2-CEFC-8BD5C31B7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Markov Transition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25DDA-D176-6D3C-16A6-D7D2EE1BE0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902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F6826-3B8C-A91B-E256-36B6FCD96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17C28-4E34-4F7A-CABF-625F8CF3AB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923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0BCC4-D731-9BFE-B53D-C5898A46A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Expansion (geo data)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FB829-E160-ACDE-1ADB-B6AB9B3D8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7068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</Words>
  <Application>Microsoft Office PowerPoint</Application>
  <PresentationFormat>Widescreen</PresentationFormat>
  <Paragraphs>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Projecting Infrastructure Strikes in Ukraine</vt:lpstr>
      <vt:lpstr>Target and Predictors</vt:lpstr>
      <vt:lpstr>Markov Transition Table</vt:lpstr>
      <vt:lpstr>Results</vt:lpstr>
      <vt:lpstr>Expansion (geo data)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Dallas</dc:creator>
  <cp:lastModifiedBy>Ryan Dallas</cp:lastModifiedBy>
  <cp:revision>1</cp:revision>
  <dcterms:created xsi:type="dcterms:W3CDTF">2025-11-12T02:18:14Z</dcterms:created>
  <dcterms:modified xsi:type="dcterms:W3CDTF">2025-11-12T02:18:37Z</dcterms:modified>
</cp:coreProperties>
</file>