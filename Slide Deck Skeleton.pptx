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58" r:id="rId5"/>
    <p:sldId id="257" r:id="rId6"/>
    <p:sldId id="263" r:id="rId7"/>
    <p:sldId id="264" r:id="rId8"/>
    <p:sldId id="259" r:id="rId9"/>
    <p:sldId id="265" r:id="rId10"/>
    <p:sldId id="266" r:id="rId11"/>
    <p:sldId id="267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dall\Documents\2%20DS5030%20Uncertainty\project1\visuals%20for%20markov%20projection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dall\Documents\2%20DS5030%20Uncertainty\project1\visuals%20for%20markov%20projection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dall\Documents\2%20DS5030%20Uncertainty\project1\visuals%20for%20markov%20projection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dall\Documents\2%20DS5030%20Uncertainty\project1\visuals%20for%20markov%20projection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dall\Documents\2%20DS5030%20Uncertainty\project1\visuals%20for%20markov%20projection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dall\Documents\2%20DS5030%20Uncertainty\project1\visuals%20for%20markov%20projection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Markov Projections for Oblasts After 25 Strikes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25 Strikes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oblast!$F$3:$F$30</c:f>
              <c:numCache>
                <c:formatCode>General</c:formatCode>
                <c:ptCount val="28"/>
                <c:pt idx="0">
                  <c:v>2.4153999999999998E-2</c:v>
                </c:pt>
                <c:pt idx="1">
                  <c:v>5.2779999999999997E-3</c:v>
                </c:pt>
                <c:pt idx="2">
                  <c:v>2.6602000000000001E-2</c:v>
                </c:pt>
                <c:pt idx="3">
                  <c:v>2.1278999999999999E-2</c:v>
                </c:pt>
                <c:pt idx="4">
                  <c:v>6.6E-4</c:v>
                </c:pt>
                <c:pt idx="5">
                  <c:v>0.13992299999999999</c:v>
                </c:pt>
                <c:pt idx="6">
                  <c:v>8.4139999999999996E-3</c:v>
                </c:pt>
                <c:pt idx="7">
                  <c:v>2.0535000000000001E-2</c:v>
                </c:pt>
                <c:pt idx="8">
                  <c:v>8.6224999999999996E-2</c:v>
                </c:pt>
                <c:pt idx="9">
                  <c:v>0.25146400000000002</c:v>
                </c:pt>
                <c:pt idx="10">
                  <c:v>6.3506999999999994E-2</c:v>
                </c:pt>
                <c:pt idx="11">
                  <c:v>2.186E-3</c:v>
                </c:pt>
                <c:pt idx="12">
                  <c:v>3.3113999999999998E-2</c:v>
                </c:pt>
                <c:pt idx="13">
                  <c:v>9.0700000000000004E-4</c:v>
                </c:pt>
                <c:pt idx="14">
                  <c:v>7.3010000000000002E-3</c:v>
                </c:pt>
                <c:pt idx="15">
                  <c:v>0.16714399999999999</c:v>
                </c:pt>
                <c:pt idx="16">
                  <c:v>2.7667000000000001E-2</c:v>
                </c:pt>
                <c:pt idx="17">
                  <c:v>9.4997999999999999E-2</c:v>
                </c:pt>
                <c:pt idx="18">
                  <c:v>2.764E-3</c:v>
                </c:pt>
                <c:pt idx="19">
                  <c:v>5.483E-3</c:v>
                </c:pt>
                <c:pt idx="20">
                  <c:v>1.526E-3</c:v>
                </c:pt>
                <c:pt idx="21">
                  <c:v>3.3E-4</c:v>
                </c:pt>
                <c:pt idx="22">
                  <c:v>6.6E-4</c:v>
                </c:pt>
                <c:pt idx="23">
                  <c:v>2.8899999999999998E-4</c:v>
                </c:pt>
                <c:pt idx="24">
                  <c:v>7.8399999999999997E-4</c:v>
                </c:pt>
                <c:pt idx="25">
                  <c:v>6.1040000000000001E-3</c:v>
                </c:pt>
                <c:pt idx="26">
                  <c:v>2.0599999999999999E-4</c:v>
                </c:pt>
                <c:pt idx="27">
                  <c:v>4.95E-4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BE-406A-85B8-C92057EC1D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12371087"/>
        <c:axId val="612374927"/>
      </c:barChart>
      <c:catAx>
        <c:axId val="61237108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Oblasts (Regions/States)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374927"/>
        <c:crosses val="autoZero"/>
        <c:auto val="1"/>
        <c:lblAlgn val="ctr"/>
        <c:lblOffset val="100"/>
        <c:noMultiLvlLbl val="0"/>
      </c:catAx>
      <c:valAx>
        <c:axId val="6123749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Probability of Strike Within Oblast After 25 Strikes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3710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Markov Projections for Oblasts After </a:t>
            </a:r>
            <a:r>
              <a:rPr lang="en-US" dirty="0"/>
              <a:t>2000 Strikes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400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2000 Strikes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oblast!$M$3:$M$30</c:f>
              <c:numCache>
                <c:formatCode>General</c:formatCode>
                <c:ptCount val="28"/>
                <c:pt idx="0">
                  <c:v>2.4139000000000001E-2</c:v>
                </c:pt>
                <c:pt idx="1">
                  <c:v>5.2729999999999999E-3</c:v>
                </c:pt>
                <c:pt idx="2">
                  <c:v>2.6578000000000001E-2</c:v>
                </c:pt>
                <c:pt idx="3">
                  <c:v>2.1262E-2</c:v>
                </c:pt>
                <c:pt idx="4">
                  <c:v>6.5899999999999997E-4</c:v>
                </c:pt>
                <c:pt idx="5">
                  <c:v>0.13980899999999999</c:v>
                </c:pt>
                <c:pt idx="6">
                  <c:v>8.4069999999999995E-3</c:v>
                </c:pt>
                <c:pt idx="7">
                  <c:v>2.0518999999999999E-2</c:v>
                </c:pt>
                <c:pt idx="8">
                  <c:v>8.6940000000000003E-2</c:v>
                </c:pt>
                <c:pt idx="9">
                  <c:v>0.25122</c:v>
                </c:pt>
                <c:pt idx="10">
                  <c:v>6.3461000000000004E-2</c:v>
                </c:pt>
                <c:pt idx="11">
                  <c:v>2.1840000000000002E-3</c:v>
                </c:pt>
                <c:pt idx="12">
                  <c:v>3.3090000000000001E-2</c:v>
                </c:pt>
                <c:pt idx="13">
                  <c:v>9.0600000000000001E-4</c:v>
                </c:pt>
                <c:pt idx="14">
                  <c:v>7.2940000000000001E-3</c:v>
                </c:pt>
                <c:pt idx="15">
                  <c:v>0.16700200000000001</c:v>
                </c:pt>
                <c:pt idx="16">
                  <c:v>2.7650999999999998E-2</c:v>
                </c:pt>
                <c:pt idx="17">
                  <c:v>9.4980999999999996E-2</c:v>
                </c:pt>
                <c:pt idx="18">
                  <c:v>2.761E-3</c:v>
                </c:pt>
                <c:pt idx="19">
                  <c:v>5.4799999999999996E-3</c:v>
                </c:pt>
                <c:pt idx="20">
                  <c:v>1.524E-3</c:v>
                </c:pt>
                <c:pt idx="21">
                  <c:v>3.3E-4</c:v>
                </c:pt>
                <c:pt idx="22">
                  <c:v>6.5899999999999997E-4</c:v>
                </c:pt>
                <c:pt idx="23">
                  <c:v>2.8800000000000001E-4</c:v>
                </c:pt>
                <c:pt idx="24">
                  <c:v>7.8299999999999995E-4</c:v>
                </c:pt>
                <c:pt idx="25">
                  <c:v>6.0980000000000001E-3</c:v>
                </c:pt>
                <c:pt idx="26">
                  <c:v>2.0599999999999999E-4</c:v>
                </c:pt>
                <c:pt idx="27">
                  <c:v>4.9399999999999997E-4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15-427C-8C73-48A7EBB973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12350927"/>
        <c:axId val="612358607"/>
      </c:barChart>
      <c:catAx>
        <c:axId val="61235092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0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</a:rPr>
                  <a:t>Oblasts (Regions/States)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358607"/>
        <c:crosses val="autoZero"/>
        <c:auto val="1"/>
        <c:lblAlgn val="ctr"/>
        <c:lblOffset val="100"/>
        <c:noMultiLvlLbl val="0"/>
      </c:catAx>
      <c:valAx>
        <c:axId val="6123586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0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</a:rPr>
                  <a:t>Probability of Strike Within Oblast After 2000 Strikes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3509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Markov Projections for Rayons After </a:t>
            </a:r>
            <a:r>
              <a:rPr lang="en-US" dirty="0"/>
              <a:t>25 Strikes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400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25 Strikes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rayon!$F$16:$F$129</c:f>
              <c:numCache>
                <c:formatCode>General</c:formatCode>
                <c:ptCount val="114"/>
                <c:pt idx="0">
                  <c:v>6.5709999999999996E-3</c:v>
                </c:pt>
                <c:pt idx="1">
                  <c:v>0.35929899999999998</c:v>
                </c:pt>
                <c:pt idx="2">
                  <c:v>5.7700000000000004E-4</c:v>
                </c:pt>
                <c:pt idx="3">
                  <c:v>5.3897E-2</c:v>
                </c:pt>
                <c:pt idx="4">
                  <c:v>5.3600000000000002E-4</c:v>
                </c:pt>
                <c:pt idx="5">
                  <c:v>1.2692E-2</c:v>
                </c:pt>
                <c:pt idx="6">
                  <c:v>3.3379999999999998E-3</c:v>
                </c:pt>
                <c:pt idx="7">
                  <c:v>1.5659999999999999E-3</c:v>
                </c:pt>
                <c:pt idx="8">
                  <c:v>3.9969999999999997E-3</c:v>
                </c:pt>
                <c:pt idx="9">
                  <c:v>7.8299999999999995E-4</c:v>
                </c:pt>
                <c:pt idx="10">
                  <c:v>2.6581E-2</c:v>
                </c:pt>
                <c:pt idx="11">
                  <c:v>2.1840000000000002E-3</c:v>
                </c:pt>
                <c:pt idx="12">
                  <c:v>5.3600000000000002E-4</c:v>
                </c:pt>
                <c:pt idx="13">
                  <c:v>3.3E-4</c:v>
                </c:pt>
                <c:pt idx="14">
                  <c:v>2.9260000000000002E-3</c:v>
                </c:pt>
                <c:pt idx="15">
                  <c:v>7.0100000000000002E-4</c:v>
                </c:pt>
                <c:pt idx="16">
                  <c:v>1.4829999999999999E-3</c:v>
                </c:pt>
                <c:pt idx="17">
                  <c:v>3.0079999999999998E-3</c:v>
                </c:pt>
                <c:pt idx="18">
                  <c:v>5.3600000000000002E-4</c:v>
                </c:pt>
                <c:pt idx="19">
                  <c:v>1.4545000000000001E-2</c:v>
                </c:pt>
                <c:pt idx="20">
                  <c:v>2.5959999999999998E-3</c:v>
                </c:pt>
                <c:pt idx="21">
                  <c:v>9.3715000000000007E-2</c:v>
                </c:pt>
                <c:pt idx="22">
                  <c:v>1.1743999999999999E-2</c:v>
                </c:pt>
                <c:pt idx="23">
                  <c:v>1.9780000000000002E-3</c:v>
                </c:pt>
                <c:pt idx="24">
                  <c:v>9.0700000000000004E-4</c:v>
                </c:pt>
                <c:pt idx="25">
                  <c:v>4.8912999999999998E-2</c:v>
                </c:pt>
                <c:pt idx="26">
                  <c:v>1.2769999999999999E-3</c:v>
                </c:pt>
                <c:pt idx="27">
                  <c:v>1.1130000000000001E-3</c:v>
                </c:pt>
                <c:pt idx="28">
                  <c:v>1.2400000000000001E-4</c:v>
                </c:pt>
                <c:pt idx="29">
                  <c:v>1.0919E-2</c:v>
                </c:pt>
                <c:pt idx="30">
                  <c:v>3.0231999999999998E-2</c:v>
                </c:pt>
                <c:pt idx="31">
                  <c:v>1.1455E-2</c:v>
                </c:pt>
                <c:pt idx="32">
                  <c:v>1.2526000000000001E-2</c:v>
                </c:pt>
                <c:pt idx="33">
                  <c:v>3.0500000000000002E-3</c:v>
                </c:pt>
                <c:pt idx="34">
                  <c:v>1.9491000000000001E-2</c:v>
                </c:pt>
                <c:pt idx="35">
                  <c:v>1.1786E-2</c:v>
                </c:pt>
                <c:pt idx="36">
                  <c:v>0.101953</c:v>
                </c:pt>
                <c:pt idx="37">
                  <c:v>5.522E-3</c:v>
                </c:pt>
                <c:pt idx="38">
                  <c:v>1.3558000000000001E-2</c:v>
                </c:pt>
                <c:pt idx="39">
                  <c:v>2.0609999999999999E-3</c:v>
                </c:pt>
                <c:pt idx="40">
                  <c:v>7.7889999999999999E-3</c:v>
                </c:pt>
                <c:pt idx="41">
                  <c:v>1.4629E-2</c:v>
                </c:pt>
                <c:pt idx="42">
                  <c:v>1.8379E-2</c:v>
                </c:pt>
                <c:pt idx="43">
                  <c:v>1.4629E-2</c:v>
                </c:pt>
                <c:pt idx="44">
                  <c:v>1.3600000000000001E-3</c:v>
                </c:pt>
                <c:pt idx="45">
                  <c:v>4.5329999999999997E-3</c:v>
                </c:pt>
                <c:pt idx="46">
                  <c:v>2.4719999999999998E-3</c:v>
                </c:pt>
                <c:pt idx="47">
                  <c:v>4.4510000000000001E-3</c:v>
                </c:pt>
                <c:pt idx="48">
                  <c:v>1.0709999999999999E-3</c:v>
                </c:pt>
                <c:pt idx="49">
                  <c:v>1.2359999999999999E-3</c:v>
                </c:pt>
                <c:pt idx="50">
                  <c:v>8.2000000000000001E-5</c:v>
                </c:pt>
                <c:pt idx="51">
                  <c:v>1.9199999999999998E-2</c:v>
                </c:pt>
                <c:pt idx="52">
                  <c:v>8.2000000000000001E-5</c:v>
                </c:pt>
                <c:pt idx="53">
                  <c:v>1.2400000000000001E-4</c:v>
                </c:pt>
                <c:pt idx="54">
                  <c:v>8.2399999999999997E-4</c:v>
                </c:pt>
                <c:pt idx="55">
                  <c:v>1.8129999999999999E-3</c:v>
                </c:pt>
                <c:pt idx="56">
                  <c:v>8.2399999999999997E-4</c:v>
                </c:pt>
                <c:pt idx="57">
                  <c:v>5.3600000000000002E-4</c:v>
                </c:pt>
                <c:pt idx="58">
                  <c:v>2.8800000000000001E-4</c:v>
                </c:pt>
                <c:pt idx="59">
                  <c:v>2.0599999999999999E-4</c:v>
                </c:pt>
                <c:pt idx="60">
                  <c:v>2.3900000000000002E-3</c:v>
                </c:pt>
                <c:pt idx="61">
                  <c:v>4.1E-5</c:v>
                </c:pt>
                <c:pt idx="62">
                  <c:v>4.5300000000000001E-4</c:v>
                </c:pt>
                <c:pt idx="63">
                  <c:v>2.4320000000000001E-3</c:v>
                </c:pt>
                <c:pt idx="64">
                  <c:v>1.2400000000000001E-4</c:v>
                </c:pt>
                <c:pt idx="65">
                  <c:v>8.2000000000000001E-5</c:v>
                </c:pt>
                <c:pt idx="66">
                  <c:v>8.2399999999999997E-4</c:v>
                </c:pt>
                <c:pt idx="67">
                  <c:v>1.0709999999999999E-3</c:v>
                </c:pt>
                <c:pt idx="68">
                  <c:v>8.2000000000000001E-5</c:v>
                </c:pt>
                <c:pt idx="69">
                  <c:v>1.524E-3</c:v>
                </c:pt>
                <c:pt idx="70">
                  <c:v>1.6410000000000001E-3</c:v>
                </c:pt>
                <c:pt idx="71">
                  <c:v>1.65E-4</c:v>
                </c:pt>
                <c:pt idx="72">
                  <c:v>3.7100000000000002E-4</c:v>
                </c:pt>
                <c:pt idx="73">
                  <c:v>2.4699999999999999E-4</c:v>
                </c:pt>
                <c:pt idx="74">
                  <c:v>5.3600000000000002E-4</c:v>
                </c:pt>
                <c:pt idx="75">
                  <c:v>4.9399999999999997E-4</c:v>
                </c:pt>
                <c:pt idx="76">
                  <c:v>1.65E-4</c:v>
                </c:pt>
                <c:pt idx="77">
                  <c:v>1.4009999999999999E-3</c:v>
                </c:pt>
                <c:pt idx="78">
                  <c:v>8.2399999999999997E-4</c:v>
                </c:pt>
                <c:pt idx="79">
                  <c:v>1.65E-4</c:v>
                </c:pt>
                <c:pt idx="80">
                  <c:v>8.2000000000000001E-5</c:v>
                </c:pt>
                <c:pt idx="81">
                  <c:v>2.019E-3</c:v>
                </c:pt>
                <c:pt idx="82">
                  <c:v>2.8800000000000001E-4</c:v>
                </c:pt>
                <c:pt idx="83">
                  <c:v>8.6499999999999999E-4</c:v>
                </c:pt>
                <c:pt idx="84">
                  <c:v>2.0599999999999999E-4</c:v>
                </c:pt>
                <c:pt idx="85">
                  <c:v>1.2400000000000001E-4</c:v>
                </c:pt>
                <c:pt idx="86">
                  <c:v>4.1199999999999999E-4</c:v>
                </c:pt>
                <c:pt idx="87">
                  <c:v>1.65E-4</c:v>
                </c:pt>
                <c:pt idx="88">
                  <c:v>2.4699999999999999E-4</c:v>
                </c:pt>
                <c:pt idx="89">
                  <c:v>1.5659999999999999E-3</c:v>
                </c:pt>
                <c:pt idx="90">
                  <c:v>1.65E-4</c:v>
                </c:pt>
                <c:pt idx="91">
                  <c:v>1.2400000000000001E-4</c:v>
                </c:pt>
                <c:pt idx="92">
                  <c:v>4.1E-5</c:v>
                </c:pt>
                <c:pt idx="93">
                  <c:v>4.1E-5</c:v>
                </c:pt>
                <c:pt idx="94">
                  <c:v>8.2299999999999995E-4</c:v>
                </c:pt>
                <c:pt idx="95">
                  <c:v>2.4699999999999999E-4</c:v>
                </c:pt>
                <c:pt idx="96">
                  <c:v>4.5300000000000001E-4</c:v>
                </c:pt>
                <c:pt idx="97">
                  <c:v>4.1E-5</c:v>
                </c:pt>
                <c:pt idx="98">
                  <c:v>4.1E-5</c:v>
                </c:pt>
                <c:pt idx="99">
                  <c:v>8.2999999999999998E-5</c:v>
                </c:pt>
                <c:pt idx="100">
                  <c:v>1.65E-4</c:v>
                </c:pt>
                <c:pt idx="101">
                  <c:v>1.65E-4</c:v>
                </c:pt>
                <c:pt idx="102">
                  <c:v>1.2400000000000001E-4</c:v>
                </c:pt>
                <c:pt idx="103">
                  <c:v>4.1E-5</c:v>
                </c:pt>
                <c:pt idx="104">
                  <c:v>4.1199999999999999E-4</c:v>
                </c:pt>
                <c:pt idx="105">
                  <c:v>4.1E-5</c:v>
                </c:pt>
                <c:pt idx="106">
                  <c:v>4.1E-5</c:v>
                </c:pt>
                <c:pt idx="107">
                  <c:v>4.1E-5</c:v>
                </c:pt>
                <c:pt idx="108">
                  <c:v>4.1E-5</c:v>
                </c:pt>
                <c:pt idx="109">
                  <c:v>8.2000000000000001E-5</c:v>
                </c:pt>
                <c:pt idx="110">
                  <c:v>1.2400000000000001E-4</c:v>
                </c:pt>
                <c:pt idx="111">
                  <c:v>4.1E-5</c:v>
                </c:pt>
                <c:pt idx="112">
                  <c:v>4.1E-5</c:v>
                </c:pt>
                <c:pt idx="113">
                  <c:v>4.1E-5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690-48C6-B6EA-9563B54909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12351887"/>
        <c:axId val="612352847"/>
      </c:barChart>
      <c:catAx>
        <c:axId val="61235188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Rayons</a:t>
                </a:r>
                <a:r>
                  <a:rPr lang="en-US" baseline="0"/>
                  <a:t> (Districts)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352847"/>
        <c:crosses val="autoZero"/>
        <c:auto val="1"/>
        <c:lblAlgn val="ctr"/>
        <c:lblOffset val="100"/>
        <c:noMultiLvlLbl val="0"/>
      </c:catAx>
      <c:valAx>
        <c:axId val="6123528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Probability</a:t>
                </a:r>
                <a:r>
                  <a:rPr lang="en-US" baseline="0"/>
                  <a:t> of Strike Within RayonAfter 25 Strikes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3518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Markov Projections for Rayons After 2000 Strikes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2000 Strikes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rayon!$M$16:$M$129</c:f>
              <c:numCache>
                <c:formatCode>General</c:formatCode>
                <c:ptCount val="114"/>
                <c:pt idx="0">
                  <c:v>6.5709999999999996E-3</c:v>
                </c:pt>
                <c:pt idx="1">
                  <c:v>0.35930699999999999</c:v>
                </c:pt>
                <c:pt idx="2">
                  <c:v>5.7700000000000004E-4</c:v>
                </c:pt>
                <c:pt idx="3">
                  <c:v>5.3895999999999999E-2</c:v>
                </c:pt>
                <c:pt idx="4">
                  <c:v>5.3600000000000002E-4</c:v>
                </c:pt>
                <c:pt idx="5">
                  <c:v>1.2692E-2</c:v>
                </c:pt>
                <c:pt idx="6">
                  <c:v>3.3370000000000001E-3</c:v>
                </c:pt>
                <c:pt idx="7">
                  <c:v>1.5659999999999999E-3</c:v>
                </c:pt>
                <c:pt idx="8">
                  <c:v>3.9969999999999997E-3</c:v>
                </c:pt>
                <c:pt idx="9">
                  <c:v>7.8299999999999995E-4</c:v>
                </c:pt>
                <c:pt idx="10">
                  <c:v>2.6579999999999999E-2</c:v>
                </c:pt>
                <c:pt idx="11">
                  <c:v>2.1840000000000002E-3</c:v>
                </c:pt>
                <c:pt idx="12">
                  <c:v>5.3600000000000002E-4</c:v>
                </c:pt>
                <c:pt idx="13">
                  <c:v>3.3E-4</c:v>
                </c:pt>
                <c:pt idx="14">
                  <c:v>2.9260000000000002E-3</c:v>
                </c:pt>
                <c:pt idx="15">
                  <c:v>7.0100000000000002E-4</c:v>
                </c:pt>
                <c:pt idx="16">
                  <c:v>1.4829999999999999E-3</c:v>
                </c:pt>
                <c:pt idx="17">
                  <c:v>3.0079999999999998E-3</c:v>
                </c:pt>
                <c:pt idx="18">
                  <c:v>5.3600000000000002E-4</c:v>
                </c:pt>
                <c:pt idx="19">
                  <c:v>1.4545000000000001E-2</c:v>
                </c:pt>
                <c:pt idx="20">
                  <c:v>2.5959999999999998E-3</c:v>
                </c:pt>
                <c:pt idx="21">
                  <c:v>9.3711000000000003E-2</c:v>
                </c:pt>
                <c:pt idx="22">
                  <c:v>1.1743999999999999E-2</c:v>
                </c:pt>
                <c:pt idx="23">
                  <c:v>1.9780000000000002E-3</c:v>
                </c:pt>
                <c:pt idx="24">
                  <c:v>9.0700000000000004E-4</c:v>
                </c:pt>
                <c:pt idx="25">
                  <c:v>4.8912999999999998E-2</c:v>
                </c:pt>
                <c:pt idx="26">
                  <c:v>1.2769999999999999E-3</c:v>
                </c:pt>
                <c:pt idx="27">
                  <c:v>1.1130000000000001E-3</c:v>
                </c:pt>
                <c:pt idx="28">
                  <c:v>1.2400000000000001E-4</c:v>
                </c:pt>
                <c:pt idx="29">
                  <c:v>1.0918000000000001E-2</c:v>
                </c:pt>
                <c:pt idx="30">
                  <c:v>3.0231000000000001E-2</c:v>
                </c:pt>
                <c:pt idx="31">
                  <c:v>1.1454000000000001E-2</c:v>
                </c:pt>
                <c:pt idx="32">
                  <c:v>1.2527E-2</c:v>
                </c:pt>
                <c:pt idx="33">
                  <c:v>3.0500000000000002E-3</c:v>
                </c:pt>
                <c:pt idx="34">
                  <c:v>1.949E-2</c:v>
                </c:pt>
                <c:pt idx="35">
                  <c:v>1.1786E-2</c:v>
                </c:pt>
                <c:pt idx="36">
                  <c:v>0.10195</c:v>
                </c:pt>
                <c:pt idx="37">
                  <c:v>5.522E-3</c:v>
                </c:pt>
                <c:pt idx="38">
                  <c:v>1.3557E-2</c:v>
                </c:pt>
                <c:pt idx="39">
                  <c:v>2.0609999999999999E-3</c:v>
                </c:pt>
                <c:pt idx="40">
                  <c:v>7.7889999999999999E-3</c:v>
                </c:pt>
                <c:pt idx="41">
                  <c:v>1.4628E-2</c:v>
                </c:pt>
                <c:pt idx="42">
                  <c:v>1.8377999999999999E-2</c:v>
                </c:pt>
                <c:pt idx="43">
                  <c:v>1.4628E-2</c:v>
                </c:pt>
                <c:pt idx="44">
                  <c:v>1.3600000000000001E-3</c:v>
                </c:pt>
                <c:pt idx="45">
                  <c:v>4.5329999999999997E-3</c:v>
                </c:pt>
                <c:pt idx="46">
                  <c:v>2.4719999999999998E-3</c:v>
                </c:pt>
                <c:pt idx="47">
                  <c:v>4.4510000000000001E-3</c:v>
                </c:pt>
                <c:pt idx="48">
                  <c:v>1.0709999999999999E-3</c:v>
                </c:pt>
                <c:pt idx="49">
                  <c:v>1.2359999999999999E-3</c:v>
                </c:pt>
                <c:pt idx="50">
                  <c:v>8.2000000000000001E-5</c:v>
                </c:pt>
                <c:pt idx="51">
                  <c:v>1.9199000000000001E-2</c:v>
                </c:pt>
                <c:pt idx="52">
                  <c:v>8.2000000000000001E-5</c:v>
                </c:pt>
                <c:pt idx="53">
                  <c:v>1.2400000000000001E-4</c:v>
                </c:pt>
                <c:pt idx="54">
                  <c:v>8.2399999999999997E-4</c:v>
                </c:pt>
                <c:pt idx="55">
                  <c:v>1.8129999999999999E-3</c:v>
                </c:pt>
                <c:pt idx="56">
                  <c:v>8.2399999999999997E-4</c:v>
                </c:pt>
                <c:pt idx="57">
                  <c:v>5.3600000000000002E-4</c:v>
                </c:pt>
                <c:pt idx="58">
                  <c:v>2.8800000000000001E-4</c:v>
                </c:pt>
                <c:pt idx="59">
                  <c:v>2.0599999999999999E-4</c:v>
                </c:pt>
                <c:pt idx="60">
                  <c:v>2.3900000000000002E-3</c:v>
                </c:pt>
                <c:pt idx="61">
                  <c:v>4.1E-5</c:v>
                </c:pt>
                <c:pt idx="62">
                  <c:v>4.5300000000000001E-4</c:v>
                </c:pt>
                <c:pt idx="63">
                  <c:v>2.4320000000000001E-3</c:v>
                </c:pt>
                <c:pt idx="64">
                  <c:v>1.2400000000000001E-4</c:v>
                </c:pt>
                <c:pt idx="65">
                  <c:v>8.2000000000000001E-5</c:v>
                </c:pt>
                <c:pt idx="66">
                  <c:v>8.2399999999999997E-4</c:v>
                </c:pt>
                <c:pt idx="67">
                  <c:v>1.0709999999999999E-3</c:v>
                </c:pt>
                <c:pt idx="68">
                  <c:v>8.2000000000000001E-5</c:v>
                </c:pt>
                <c:pt idx="69">
                  <c:v>1.524E-3</c:v>
                </c:pt>
                <c:pt idx="70">
                  <c:v>1.6490000000000001E-3</c:v>
                </c:pt>
                <c:pt idx="71">
                  <c:v>1.65E-4</c:v>
                </c:pt>
                <c:pt idx="72">
                  <c:v>3.7100000000000002E-4</c:v>
                </c:pt>
                <c:pt idx="73">
                  <c:v>2.4699999999999999E-4</c:v>
                </c:pt>
                <c:pt idx="74">
                  <c:v>5.3600000000000002E-4</c:v>
                </c:pt>
                <c:pt idx="75">
                  <c:v>4.9399999999999997E-4</c:v>
                </c:pt>
                <c:pt idx="76">
                  <c:v>1.65E-4</c:v>
                </c:pt>
                <c:pt idx="77">
                  <c:v>1.4009999999999999E-3</c:v>
                </c:pt>
                <c:pt idx="78">
                  <c:v>8.2399999999999997E-4</c:v>
                </c:pt>
                <c:pt idx="79">
                  <c:v>1.65E-4</c:v>
                </c:pt>
                <c:pt idx="80">
                  <c:v>8.2000000000000001E-5</c:v>
                </c:pt>
                <c:pt idx="81">
                  <c:v>2.019E-3</c:v>
                </c:pt>
                <c:pt idx="82">
                  <c:v>2.8800000000000001E-4</c:v>
                </c:pt>
                <c:pt idx="83">
                  <c:v>8.6499999999999999E-4</c:v>
                </c:pt>
                <c:pt idx="84">
                  <c:v>2.0599999999999999E-4</c:v>
                </c:pt>
                <c:pt idx="85">
                  <c:v>1.2400000000000001E-4</c:v>
                </c:pt>
                <c:pt idx="86">
                  <c:v>4.1199999999999999E-4</c:v>
                </c:pt>
                <c:pt idx="87">
                  <c:v>1.65E-4</c:v>
                </c:pt>
                <c:pt idx="88">
                  <c:v>2.4699999999999999E-4</c:v>
                </c:pt>
                <c:pt idx="89">
                  <c:v>1.5659999999999999E-3</c:v>
                </c:pt>
                <c:pt idx="90">
                  <c:v>1.65E-4</c:v>
                </c:pt>
                <c:pt idx="91">
                  <c:v>1.2400000000000001E-4</c:v>
                </c:pt>
                <c:pt idx="92">
                  <c:v>4.1E-5</c:v>
                </c:pt>
                <c:pt idx="93">
                  <c:v>4.1E-5</c:v>
                </c:pt>
                <c:pt idx="94">
                  <c:v>8.2299999999999995E-4</c:v>
                </c:pt>
                <c:pt idx="95">
                  <c:v>2.4699999999999999E-4</c:v>
                </c:pt>
                <c:pt idx="96">
                  <c:v>4.5300000000000001E-4</c:v>
                </c:pt>
                <c:pt idx="97">
                  <c:v>4.1E-5</c:v>
                </c:pt>
                <c:pt idx="98">
                  <c:v>4.1E-5</c:v>
                </c:pt>
                <c:pt idx="99">
                  <c:v>8.2999999999999998E-5</c:v>
                </c:pt>
                <c:pt idx="100">
                  <c:v>1.65E-4</c:v>
                </c:pt>
                <c:pt idx="101">
                  <c:v>1.65E-4</c:v>
                </c:pt>
                <c:pt idx="102">
                  <c:v>1.2400000000000001E-4</c:v>
                </c:pt>
                <c:pt idx="103">
                  <c:v>4.1E-5</c:v>
                </c:pt>
                <c:pt idx="104">
                  <c:v>4.1199999999999999E-4</c:v>
                </c:pt>
                <c:pt idx="105">
                  <c:v>4.1E-5</c:v>
                </c:pt>
                <c:pt idx="106">
                  <c:v>4.1E-5</c:v>
                </c:pt>
                <c:pt idx="107">
                  <c:v>4.1E-5</c:v>
                </c:pt>
                <c:pt idx="108">
                  <c:v>4.1E-5</c:v>
                </c:pt>
                <c:pt idx="109">
                  <c:v>8.2000000000000001E-5</c:v>
                </c:pt>
                <c:pt idx="110">
                  <c:v>1.2400000000000001E-4</c:v>
                </c:pt>
                <c:pt idx="111">
                  <c:v>4.1E-5</c:v>
                </c:pt>
                <c:pt idx="112">
                  <c:v>4.1E-5</c:v>
                </c:pt>
                <c:pt idx="113">
                  <c:v>4.1E-5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4CE-432C-BDE5-9BA968C85F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12421007"/>
        <c:axId val="612415247"/>
      </c:barChart>
      <c:catAx>
        <c:axId val="61242100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Rayons</a:t>
                </a:r>
                <a:r>
                  <a:rPr lang="en-US" baseline="0"/>
                  <a:t> (Districts)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415247"/>
        <c:crosses val="autoZero"/>
        <c:auto val="1"/>
        <c:lblAlgn val="ctr"/>
        <c:lblOffset val="100"/>
        <c:noMultiLvlLbl val="0"/>
      </c:catAx>
      <c:valAx>
        <c:axId val="6124152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Probability of Strike Within</a:t>
                </a:r>
                <a:r>
                  <a:rPr lang="en-US" baseline="0"/>
                  <a:t> Rayon After 2000 Strikes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42100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Markov Projections for Infrastructure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Warehouse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all'!$C$3:$M$3</c:f>
              <c:numCache>
                <c:formatCode>General</c:formatCode>
                <c:ptCount val="11"/>
                <c:pt idx="0">
                  <c:v>1</c:v>
                </c:pt>
                <c:pt idx="1">
                  <c:v>3.4669999999999999E-2</c:v>
                </c:pt>
                <c:pt idx="2">
                  <c:v>3.4324E-2</c:v>
                </c:pt>
                <c:pt idx="3">
                  <c:v>3.4318000000000001E-2</c:v>
                </c:pt>
                <c:pt idx="4">
                  <c:v>3.4318000000000001E-2</c:v>
                </c:pt>
                <c:pt idx="5">
                  <c:v>3.4318000000000001E-2</c:v>
                </c:pt>
                <c:pt idx="6">
                  <c:v>3.4318000000000001E-2</c:v>
                </c:pt>
                <c:pt idx="7">
                  <c:v>3.4318000000000001E-2</c:v>
                </c:pt>
                <c:pt idx="8">
                  <c:v>3.4318000000000001E-2</c:v>
                </c:pt>
                <c:pt idx="9">
                  <c:v>3.4318000000000001E-2</c:v>
                </c:pt>
                <c:pt idx="10">
                  <c:v>3.4318000000000001E-2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79-46B9-8EDF-CD52FFA85FDD}"/>
            </c:ext>
          </c:extLst>
        </c:ser>
        <c:ser>
          <c:idx val="1"/>
          <c:order val="1"/>
          <c:tx>
            <c:v>Aircraft Repair Plant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all'!$C$4:$M$4</c:f>
              <c:numCache>
                <c:formatCode>General</c:formatCode>
                <c:ptCount val="11"/>
                <c:pt idx="0">
                  <c:v>0</c:v>
                </c:pt>
                <c:pt idx="1">
                  <c:v>1.35E-4</c:v>
                </c:pt>
                <c:pt idx="2">
                  <c:v>1.2400000000000001E-4</c:v>
                </c:pt>
                <c:pt idx="3">
                  <c:v>1.2400000000000001E-4</c:v>
                </c:pt>
                <c:pt idx="4">
                  <c:v>1.2400000000000001E-4</c:v>
                </c:pt>
                <c:pt idx="5">
                  <c:v>1.2400000000000001E-4</c:v>
                </c:pt>
                <c:pt idx="6">
                  <c:v>1.2400000000000001E-4</c:v>
                </c:pt>
                <c:pt idx="7">
                  <c:v>1.2400000000000001E-4</c:v>
                </c:pt>
                <c:pt idx="8">
                  <c:v>1.2400000000000001E-4</c:v>
                </c:pt>
                <c:pt idx="9">
                  <c:v>1.2400000000000001E-4</c:v>
                </c:pt>
                <c:pt idx="10">
                  <c:v>1.2400000000000001E-4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79-46B9-8EDF-CD52FFA85FDD}"/>
            </c:ext>
          </c:extLst>
        </c:ser>
        <c:ser>
          <c:idx val="2"/>
          <c:order val="2"/>
          <c:tx>
            <c:v>Bridge</c:v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all'!$C$5:$M$5</c:f>
              <c:numCache>
                <c:formatCode>General</c:formatCode>
                <c:ptCount val="11"/>
                <c:pt idx="0">
                  <c:v>0</c:v>
                </c:pt>
                <c:pt idx="1">
                  <c:v>6.0899999999999999E-3</c:v>
                </c:pt>
                <c:pt idx="2">
                  <c:v>6.0169999999999998E-3</c:v>
                </c:pt>
                <c:pt idx="3">
                  <c:v>6.0159999999999996E-3</c:v>
                </c:pt>
                <c:pt idx="4">
                  <c:v>6.0159999999999996E-3</c:v>
                </c:pt>
                <c:pt idx="5">
                  <c:v>6.0159999999999996E-3</c:v>
                </c:pt>
                <c:pt idx="6">
                  <c:v>6.0159999999999996E-3</c:v>
                </c:pt>
                <c:pt idx="7">
                  <c:v>6.0159999999999996E-3</c:v>
                </c:pt>
                <c:pt idx="8">
                  <c:v>6.0159999999999996E-3</c:v>
                </c:pt>
                <c:pt idx="9">
                  <c:v>6.0159999999999996E-3</c:v>
                </c:pt>
                <c:pt idx="10">
                  <c:v>6.0159999999999996E-3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279-46B9-8EDF-CD52FFA85FDD}"/>
            </c:ext>
          </c:extLst>
        </c:ser>
        <c:ser>
          <c:idx val="3"/>
          <c:order val="3"/>
          <c:tx>
            <c:v>Oil Depot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all'!$C$6:$M$6</c:f>
              <c:numCache>
                <c:formatCode>General</c:formatCode>
                <c:ptCount val="11"/>
                <c:pt idx="0">
                  <c:v>0</c:v>
                </c:pt>
                <c:pt idx="1">
                  <c:v>2.1150000000000001E-3</c:v>
                </c:pt>
                <c:pt idx="2">
                  <c:v>2.1020000000000001E-3</c:v>
                </c:pt>
                <c:pt idx="3">
                  <c:v>2.101E-3</c:v>
                </c:pt>
                <c:pt idx="4">
                  <c:v>2.101E-3</c:v>
                </c:pt>
                <c:pt idx="5">
                  <c:v>2.101E-3</c:v>
                </c:pt>
                <c:pt idx="6">
                  <c:v>2.101E-3</c:v>
                </c:pt>
                <c:pt idx="7">
                  <c:v>2.101E-3</c:v>
                </c:pt>
                <c:pt idx="8">
                  <c:v>2.101E-3</c:v>
                </c:pt>
                <c:pt idx="9">
                  <c:v>2.101E-3</c:v>
                </c:pt>
                <c:pt idx="10">
                  <c:v>2.101E-3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279-46B9-8EDF-CD52FFA85FDD}"/>
            </c:ext>
          </c:extLst>
        </c:ser>
        <c:ser>
          <c:idx val="4"/>
          <c:order val="4"/>
          <c:tx>
            <c:v>Nuclear Unit</c:v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all'!$C$7:$M$7</c:f>
              <c:numCache>
                <c:formatCode>General</c:formatCode>
                <c:ptCount val="11"/>
                <c:pt idx="0">
                  <c:v>0</c:v>
                </c:pt>
                <c:pt idx="1">
                  <c:v>2.9799999999999998E-4</c:v>
                </c:pt>
                <c:pt idx="2">
                  <c:v>2.8899999999999998E-4</c:v>
                </c:pt>
                <c:pt idx="3">
                  <c:v>2.8800000000000001E-4</c:v>
                </c:pt>
                <c:pt idx="4">
                  <c:v>2.8800000000000001E-4</c:v>
                </c:pt>
                <c:pt idx="5">
                  <c:v>2.8800000000000001E-4</c:v>
                </c:pt>
                <c:pt idx="6">
                  <c:v>2.8800000000000001E-4</c:v>
                </c:pt>
                <c:pt idx="7">
                  <c:v>2.8800000000000001E-4</c:v>
                </c:pt>
                <c:pt idx="8">
                  <c:v>2.8800000000000001E-4</c:v>
                </c:pt>
                <c:pt idx="9">
                  <c:v>2.8800000000000001E-4</c:v>
                </c:pt>
                <c:pt idx="10">
                  <c:v>2.8800000000000001E-4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279-46B9-8EDF-CD52FFA85FDD}"/>
            </c:ext>
          </c:extLst>
        </c:ser>
        <c:ser>
          <c:idx val="5"/>
          <c:order val="5"/>
          <c:tx>
            <c:v>Health Facility</c:v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all'!$C$8:$M$8</c:f>
              <c:numCache>
                <c:formatCode>General</c:formatCode>
                <c:ptCount val="11"/>
                <c:pt idx="0">
                  <c:v>0</c:v>
                </c:pt>
                <c:pt idx="1">
                  <c:v>4.8485E-2</c:v>
                </c:pt>
                <c:pt idx="2">
                  <c:v>4.8174000000000002E-2</c:v>
                </c:pt>
                <c:pt idx="3">
                  <c:v>4.8169999999999998E-2</c:v>
                </c:pt>
                <c:pt idx="4">
                  <c:v>4.8169999999999998E-2</c:v>
                </c:pt>
                <c:pt idx="5">
                  <c:v>4.8169999999999998E-2</c:v>
                </c:pt>
                <c:pt idx="6">
                  <c:v>4.8169999999999998E-2</c:v>
                </c:pt>
                <c:pt idx="7">
                  <c:v>4.8169999999999998E-2</c:v>
                </c:pt>
                <c:pt idx="8">
                  <c:v>4.8169999999999998E-2</c:v>
                </c:pt>
                <c:pt idx="9">
                  <c:v>4.8169999999999998E-2</c:v>
                </c:pt>
                <c:pt idx="10">
                  <c:v>4.8169999999999998E-2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279-46B9-8EDF-CD52FFA85FDD}"/>
            </c:ext>
          </c:extLst>
        </c:ser>
        <c:ser>
          <c:idx val="6"/>
          <c:order val="6"/>
          <c:tx>
            <c:v>Government Facility</c:v>
          </c:tx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all'!$C$9:$M$9</c:f>
              <c:numCache>
                <c:formatCode>General</c:formatCode>
                <c:ptCount val="11"/>
                <c:pt idx="0">
                  <c:v>0</c:v>
                </c:pt>
                <c:pt idx="1">
                  <c:v>8.5511000000000004E-2</c:v>
                </c:pt>
                <c:pt idx="2">
                  <c:v>8.4890999999999994E-2</c:v>
                </c:pt>
                <c:pt idx="3">
                  <c:v>8.4885000000000002E-2</c:v>
                </c:pt>
                <c:pt idx="4">
                  <c:v>8.4885000000000002E-2</c:v>
                </c:pt>
                <c:pt idx="5">
                  <c:v>8.4885000000000002E-2</c:v>
                </c:pt>
                <c:pt idx="6">
                  <c:v>8.4885000000000002E-2</c:v>
                </c:pt>
                <c:pt idx="7">
                  <c:v>8.4885000000000002E-2</c:v>
                </c:pt>
                <c:pt idx="8">
                  <c:v>8.4885000000000002E-2</c:v>
                </c:pt>
                <c:pt idx="9">
                  <c:v>8.4885000000000002E-2</c:v>
                </c:pt>
                <c:pt idx="10">
                  <c:v>8.4885000000000002E-2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279-46B9-8EDF-CD52FFA85FDD}"/>
            </c:ext>
          </c:extLst>
        </c:ser>
        <c:ser>
          <c:idx val="7"/>
          <c:order val="7"/>
          <c:tx>
            <c:v>Fuel Depot</c:v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all'!$C$10:$M$10</c:f>
              <c:numCache>
                <c:formatCode>General</c:formatCode>
                <c:ptCount val="11"/>
                <c:pt idx="0">
                  <c:v>0</c:v>
                </c:pt>
                <c:pt idx="1">
                  <c:v>8.4480000000000006E-3</c:v>
                </c:pt>
                <c:pt idx="2">
                  <c:v>8.3660000000000002E-3</c:v>
                </c:pt>
                <c:pt idx="3">
                  <c:v>8.3649999999999992E-3</c:v>
                </c:pt>
                <c:pt idx="4">
                  <c:v>8.3649999999999992E-3</c:v>
                </c:pt>
                <c:pt idx="5">
                  <c:v>8.3649999999999992E-3</c:v>
                </c:pt>
                <c:pt idx="6">
                  <c:v>8.3649999999999992E-3</c:v>
                </c:pt>
                <c:pt idx="7">
                  <c:v>8.3649999999999992E-3</c:v>
                </c:pt>
                <c:pt idx="8">
                  <c:v>8.3649999999999992E-3</c:v>
                </c:pt>
                <c:pt idx="9">
                  <c:v>8.3649999999999992E-3</c:v>
                </c:pt>
                <c:pt idx="10">
                  <c:v>8.3649999999999992E-3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279-46B9-8EDF-CD52FFA85FDD}"/>
            </c:ext>
          </c:extLst>
        </c:ser>
        <c:ser>
          <c:idx val="8"/>
          <c:order val="8"/>
          <c:tx>
            <c:v>Education Facility</c:v>
          </c:tx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all'!$C$11:$M$11</c:f>
              <c:numCache>
                <c:formatCode>General</c:formatCode>
                <c:ptCount val="11"/>
                <c:pt idx="0">
                  <c:v>0</c:v>
                </c:pt>
                <c:pt idx="1">
                  <c:v>0.202291</c:v>
                </c:pt>
                <c:pt idx="2">
                  <c:v>0.206733</c:v>
                </c:pt>
                <c:pt idx="3">
                  <c:v>0.206897</c:v>
                </c:pt>
                <c:pt idx="4">
                  <c:v>0.206897</c:v>
                </c:pt>
                <c:pt idx="5">
                  <c:v>0.206897</c:v>
                </c:pt>
                <c:pt idx="6">
                  <c:v>0.206897</c:v>
                </c:pt>
                <c:pt idx="7">
                  <c:v>0.206897</c:v>
                </c:pt>
                <c:pt idx="8">
                  <c:v>0.206897</c:v>
                </c:pt>
                <c:pt idx="9">
                  <c:v>0.206897</c:v>
                </c:pt>
                <c:pt idx="10">
                  <c:v>0.206897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7279-46B9-8EDF-CD52FFA85FDD}"/>
            </c:ext>
          </c:extLst>
        </c:ser>
        <c:ser>
          <c:idx val="9"/>
          <c:order val="9"/>
          <c:tx>
            <c:v>Gas Supply System</c:v>
          </c:tx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all'!$C$12:$M$12</c:f>
              <c:numCache>
                <c:formatCode>General</c:formatCode>
                <c:ptCount val="11"/>
                <c:pt idx="0">
                  <c:v>0</c:v>
                </c:pt>
                <c:pt idx="1">
                  <c:v>8.1068000000000001E-2</c:v>
                </c:pt>
                <c:pt idx="2">
                  <c:v>8.1128000000000006E-2</c:v>
                </c:pt>
                <c:pt idx="3">
                  <c:v>8.1093999999999999E-2</c:v>
                </c:pt>
                <c:pt idx="4">
                  <c:v>8.1093999999999999E-2</c:v>
                </c:pt>
                <c:pt idx="5">
                  <c:v>8.1093999999999999E-2</c:v>
                </c:pt>
                <c:pt idx="6">
                  <c:v>8.1093999999999999E-2</c:v>
                </c:pt>
                <c:pt idx="7">
                  <c:v>8.1093999999999999E-2</c:v>
                </c:pt>
                <c:pt idx="8">
                  <c:v>8.1093999999999999E-2</c:v>
                </c:pt>
                <c:pt idx="9">
                  <c:v>8.1093999999999999E-2</c:v>
                </c:pt>
                <c:pt idx="10">
                  <c:v>8.1093999999999999E-2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7279-46B9-8EDF-CD52FFA85FDD}"/>
            </c:ext>
          </c:extLst>
        </c:ser>
        <c:ser>
          <c:idx val="10"/>
          <c:order val="10"/>
          <c:tx>
            <c:v>Religious Facility</c:v>
          </c:tx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all'!$C$13:$M$13</c:f>
              <c:numCache>
                <c:formatCode>General</c:formatCode>
                <c:ptCount val="11"/>
                <c:pt idx="0">
                  <c:v>0</c:v>
                </c:pt>
                <c:pt idx="1">
                  <c:v>1.1476999999999999E-2</c:v>
                </c:pt>
                <c:pt idx="2">
                  <c:v>1.1414000000000001E-2</c:v>
                </c:pt>
                <c:pt idx="3">
                  <c:v>1.1414000000000001E-2</c:v>
                </c:pt>
                <c:pt idx="4">
                  <c:v>1.1414000000000001E-2</c:v>
                </c:pt>
                <c:pt idx="5">
                  <c:v>1.1414000000000001E-2</c:v>
                </c:pt>
                <c:pt idx="6">
                  <c:v>1.1414000000000001E-2</c:v>
                </c:pt>
                <c:pt idx="7">
                  <c:v>1.1414000000000001E-2</c:v>
                </c:pt>
                <c:pt idx="8">
                  <c:v>1.1414000000000001E-2</c:v>
                </c:pt>
                <c:pt idx="9">
                  <c:v>1.1414000000000001E-2</c:v>
                </c:pt>
                <c:pt idx="10">
                  <c:v>1.1414000000000001E-2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7279-46B9-8EDF-CD52FFA85FDD}"/>
            </c:ext>
          </c:extLst>
        </c:ser>
        <c:ser>
          <c:idx val="11"/>
          <c:order val="11"/>
          <c:tx>
            <c:v>Telecommunications</c:v>
          </c:tx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all'!$C$14:$M$14</c:f>
              <c:numCache>
                <c:formatCode>General</c:formatCode>
                <c:ptCount val="11"/>
                <c:pt idx="0">
                  <c:v>0</c:v>
                </c:pt>
                <c:pt idx="1">
                  <c:v>7.0780000000000001E-3</c:v>
                </c:pt>
                <c:pt idx="2">
                  <c:v>7.0470000000000003E-3</c:v>
                </c:pt>
                <c:pt idx="3">
                  <c:v>7.0460000000000002E-3</c:v>
                </c:pt>
                <c:pt idx="4">
                  <c:v>7.0460000000000002E-3</c:v>
                </c:pt>
                <c:pt idx="5">
                  <c:v>7.0460000000000002E-3</c:v>
                </c:pt>
                <c:pt idx="6">
                  <c:v>7.0460000000000002E-3</c:v>
                </c:pt>
                <c:pt idx="7">
                  <c:v>7.0460000000000002E-3</c:v>
                </c:pt>
                <c:pt idx="8">
                  <c:v>7.0460000000000002E-3</c:v>
                </c:pt>
                <c:pt idx="9">
                  <c:v>7.0460000000000002E-3</c:v>
                </c:pt>
                <c:pt idx="10">
                  <c:v>7.0460000000000002E-3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7279-46B9-8EDF-CD52FFA85FDD}"/>
            </c:ext>
          </c:extLst>
        </c:ser>
        <c:ser>
          <c:idx val="12"/>
          <c:order val="12"/>
          <c:tx>
            <c:v>Airport</c:v>
          </c:tx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all'!$C$15:$M$15</c:f>
              <c:numCache>
                <c:formatCode>General</c:formatCode>
                <c:ptCount val="11"/>
                <c:pt idx="0">
                  <c:v>0</c:v>
                </c:pt>
                <c:pt idx="1">
                  <c:v>1.0349999999999999E-3</c:v>
                </c:pt>
                <c:pt idx="2">
                  <c:v>1.0300000000000001E-3</c:v>
                </c:pt>
                <c:pt idx="3">
                  <c:v>1.0300000000000001E-3</c:v>
                </c:pt>
                <c:pt idx="4">
                  <c:v>1.0300000000000001E-3</c:v>
                </c:pt>
                <c:pt idx="5">
                  <c:v>1.0300000000000001E-3</c:v>
                </c:pt>
                <c:pt idx="6">
                  <c:v>1.0300000000000001E-3</c:v>
                </c:pt>
                <c:pt idx="7">
                  <c:v>1.0300000000000001E-3</c:v>
                </c:pt>
                <c:pt idx="8">
                  <c:v>1.0300000000000001E-3</c:v>
                </c:pt>
                <c:pt idx="9">
                  <c:v>1.0300000000000001E-3</c:v>
                </c:pt>
                <c:pt idx="10">
                  <c:v>1.0300000000000001E-3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7279-46B9-8EDF-CD52FFA85FDD}"/>
            </c:ext>
          </c:extLst>
        </c:ser>
        <c:ser>
          <c:idx val="13"/>
          <c:order val="13"/>
          <c:tx>
            <c:v>Power Plant</c:v>
          </c:tx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all'!$C$16:$M$16</c:f>
              <c:numCache>
                <c:formatCode>General</c:formatCode>
                <c:ptCount val="11"/>
                <c:pt idx="0">
                  <c:v>0</c:v>
                </c:pt>
                <c:pt idx="1">
                  <c:v>3.0660000000000001E-3</c:v>
                </c:pt>
                <c:pt idx="2">
                  <c:v>3.0500000000000002E-3</c:v>
                </c:pt>
                <c:pt idx="3">
                  <c:v>3.0490000000000001E-3</c:v>
                </c:pt>
                <c:pt idx="4">
                  <c:v>3.0490000000000001E-3</c:v>
                </c:pt>
                <c:pt idx="5">
                  <c:v>3.0490000000000001E-3</c:v>
                </c:pt>
                <c:pt idx="6">
                  <c:v>3.0490000000000001E-3</c:v>
                </c:pt>
                <c:pt idx="7">
                  <c:v>3.0490000000000001E-3</c:v>
                </c:pt>
                <c:pt idx="8">
                  <c:v>3.0490000000000001E-3</c:v>
                </c:pt>
                <c:pt idx="9">
                  <c:v>3.0490000000000001E-3</c:v>
                </c:pt>
                <c:pt idx="10">
                  <c:v>3.0490000000000001E-3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7279-46B9-8EDF-CD52FFA85FDD}"/>
            </c:ext>
          </c:extLst>
        </c:ser>
        <c:ser>
          <c:idx val="14"/>
          <c:order val="14"/>
          <c:tx>
            <c:v>Industrial/Business/Enterprise Facility</c:v>
          </c:tx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all'!$C$17:$M$17</c:f>
              <c:numCache>
                <c:formatCode>General</c:formatCode>
                <c:ptCount val="11"/>
                <c:pt idx="0">
                  <c:v>0</c:v>
                </c:pt>
                <c:pt idx="1">
                  <c:v>0.210369</c:v>
                </c:pt>
                <c:pt idx="2">
                  <c:v>0.20837900000000001</c:v>
                </c:pt>
                <c:pt idx="3">
                  <c:v>0.20835100000000001</c:v>
                </c:pt>
                <c:pt idx="4">
                  <c:v>0.20835100000000001</c:v>
                </c:pt>
                <c:pt idx="5">
                  <c:v>0.20835100000000001</c:v>
                </c:pt>
                <c:pt idx="6">
                  <c:v>0.20835100000000001</c:v>
                </c:pt>
                <c:pt idx="7">
                  <c:v>0.20835100000000001</c:v>
                </c:pt>
                <c:pt idx="8">
                  <c:v>0.20835100000000001</c:v>
                </c:pt>
                <c:pt idx="9">
                  <c:v>0.20835100000000001</c:v>
                </c:pt>
                <c:pt idx="10">
                  <c:v>0.20835100000000001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7279-46B9-8EDF-CD52FFA85FDD}"/>
            </c:ext>
          </c:extLst>
        </c:ser>
        <c:ser>
          <c:idx val="15"/>
          <c:order val="15"/>
          <c:tx>
            <c:v>Electricity Supply System</c:v>
          </c:tx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all'!$C$18:$M$18</c:f>
              <c:numCache>
                <c:formatCode>General</c:formatCode>
                <c:ptCount val="11"/>
                <c:pt idx="0">
                  <c:v>0</c:v>
                </c:pt>
                <c:pt idx="1">
                  <c:v>0.124947</c:v>
                </c:pt>
                <c:pt idx="2">
                  <c:v>0.124319</c:v>
                </c:pt>
                <c:pt idx="3">
                  <c:v>0.124279</c:v>
                </c:pt>
                <c:pt idx="4">
                  <c:v>0.124279</c:v>
                </c:pt>
                <c:pt idx="5">
                  <c:v>0.124279</c:v>
                </c:pt>
                <c:pt idx="6">
                  <c:v>0.124279</c:v>
                </c:pt>
                <c:pt idx="7">
                  <c:v>0.124279</c:v>
                </c:pt>
                <c:pt idx="8">
                  <c:v>0.124279</c:v>
                </c:pt>
                <c:pt idx="9">
                  <c:v>0.124279</c:v>
                </c:pt>
                <c:pt idx="10">
                  <c:v>0.124279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7279-46B9-8EDF-CD52FFA85FDD}"/>
            </c:ext>
          </c:extLst>
        </c:ser>
        <c:ser>
          <c:idx val="16"/>
          <c:order val="16"/>
          <c:tx>
            <c:v>Water Supply System</c:v>
          </c:tx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all'!$C$19:$M$19</c:f>
              <c:numCache>
                <c:formatCode>General</c:formatCode>
                <c:ptCount val="11"/>
                <c:pt idx="0">
                  <c:v>0</c:v>
                </c:pt>
                <c:pt idx="1">
                  <c:v>1.1599999999999999E-2</c:v>
                </c:pt>
                <c:pt idx="2">
                  <c:v>1.1540999999999999E-2</c:v>
                </c:pt>
                <c:pt idx="3">
                  <c:v>1.1538E-2</c:v>
                </c:pt>
                <c:pt idx="4">
                  <c:v>1.1538E-2</c:v>
                </c:pt>
                <c:pt idx="5">
                  <c:v>1.1538E-2</c:v>
                </c:pt>
                <c:pt idx="6">
                  <c:v>1.1538E-2</c:v>
                </c:pt>
                <c:pt idx="7">
                  <c:v>1.1538E-2</c:v>
                </c:pt>
                <c:pt idx="8">
                  <c:v>1.1538E-2</c:v>
                </c:pt>
                <c:pt idx="9">
                  <c:v>1.1538E-2</c:v>
                </c:pt>
                <c:pt idx="10">
                  <c:v>1.1538E-2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7279-46B9-8EDF-CD52FFA85FDD}"/>
            </c:ext>
          </c:extLst>
        </c:ser>
        <c:ser>
          <c:idx val="17"/>
          <c:order val="17"/>
          <c:tx>
            <c:v>Chemical Storage Unit</c:v>
          </c:tx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all'!$C$20:$M$20</c:f>
              <c:numCache>
                <c:formatCode>General</c:formatCode>
                <c:ptCount val="11"/>
                <c:pt idx="0">
                  <c:v>0</c:v>
                </c:pt>
                <c:pt idx="1">
                  <c:v>2.4840000000000001E-3</c:v>
                </c:pt>
                <c:pt idx="2">
                  <c:v>2.2049999999999999E-3</c:v>
                </c:pt>
                <c:pt idx="3">
                  <c:v>2.1840000000000002E-3</c:v>
                </c:pt>
                <c:pt idx="4">
                  <c:v>2.1840000000000002E-3</c:v>
                </c:pt>
                <c:pt idx="5">
                  <c:v>2.1840000000000002E-3</c:v>
                </c:pt>
                <c:pt idx="6">
                  <c:v>2.1840000000000002E-3</c:v>
                </c:pt>
                <c:pt idx="7">
                  <c:v>2.1840000000000002E-3</c:v>
                </c:pt>
                <c:pt idx="8">
                  <c:v>2.1840000000000002E-3</c:v>
                </c:pt>
                <c:pt idx="9">
                  <c:v>2.1840000000000002E-3</c:v>
                </c:pt>
                <c:pt idx="10">
                  <c:v>2.1840000000000002E-3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7279-46B9-8EDF-CD52FFA85FDD}"/>
            </c:ext>
          </c:extLst>
        </c:ser>
        <c:ser>
          <c:idx val="18"/>
          <c:order val="18"/>
          <c:tx>
            <c:v>Heating and Water Facility</c:v>
          </c:tx>
          <c:spPr>
            <a:ln w="28575" cap="rnd">
              <a:solidFill>
                <a:schemeClr val="accent1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all'!$C$21:$M$21</c:f>
              <c:numCache>
                <c:formatCode>General</c:formatCode>
                <c:ptCount val="11"/>
                <c:pt idx="0">
                  <c:v>0</c:v>
                </c:pt>
                <c:pt idx="1">
                  <c:v>9.9600000000000001E-3</c:v>
                </c:pt>
                <c:pt idx="2">
                  <c:v>1.0055E-2</c:v>
                </c:pt>
                <c:pt idx="3">
                  <c:v>1.0055E-2</c:v>
                </c:pt>
                <c:pt idx="4">
                  <c:v>1.0055E-2</c:v>
                </c:pt>
                <c:pt idx="5">
                  <c:v>1.0055E-2</c:v>
                </c:pt>
                <c:pt idx="6">
                  <c:v>1.0055E-2</c:v>
                </c:pt>
                <c:pt idx="7">
                  <c:v>1.0055E-2</c:v>
                </c:pt>
                <c:pt idx="8">
                  <c:v>1.0055E-2</c:v>
                </c:pt>
                <c:pt idx="9">
                  <c:v>1.0055E-2</c:v>
                </c:pt>
                <c:pt idx="10">
                  <c:v>1.0055E-2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2-7279-46B9-8EDF-CD52FFA85FDD}"/>
            </c:ext>
          </c:extLst>
        </c:ser>
        <c:ser>
          <c:idx val="19"/>
          <c:order val="19"/>
          <c:tx>
            <c:v>Railway</c:v>
          </c:tx>
          <c:spPr>
            <a:ln w="28575" cap="rnd">
              <a:solidFill>
                <a:schemeClr val="accent2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all'!$C$22:$M$22</c:f>
              <c:numCache>
                <c:formatCode>General</c:formatCode>
                <c:ptCount val="11"/>
                <c:pt idx="0">
                  <c:v>0</c:v>
                </c:pt>
                <c:pt idx="1">
                  <c:v>2.2846999999999999E-2</c:v>
                </c:pt>
                <c:pt idx="2">
                  <c:v>2.2917E-2</c:v>
                </c:pt>
                <c:pt idx="3">
                  <c:v>2.2911000000000001E-2</c:v>
                </c:pt>
                <c:pt idx="4">
                  <c:v>2.2911000000000001E-2</c:v>
                </c:pt>
                <c:pt idx="5">
                  <c:v>2.2911000000000001E-2</c:v>
                </c:pt>
                <c:pt idx="6">
                  <c:v>2.2911000000000001E-2</c:v>
                </c:pt>
                <c:pt idx="7">
                  <c:v>2.2911000000000001E-2</c:v>
                </c:pt>
                <c:pt idx="8">
                  <c:v>2.2911000000000001E-2</c:v>
                </c:pt>
                <c:pt idx="9">
                  <c:v>2.2911000000000001E-2</c:v>
                </c:pt>
                <c:pt idx="10">
                  <c:v>2.2911000000000001E-2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3-7279-46B9-8EDF-CD52FFA85FDD}"/>
            </c:ext>
          </c:extLst>
        </c:ser>
        <c:ser>
          <c:idx val="20"/>
          <c:order val="20"/>
          <c:tx>
            <c:v>Cultural Facility</c:v>
          </c:tx>
          <c:spPr>
            <a:ln w="28575" cap="rnd">
              <a:solidFill>
                <a:schemeClr val="accent3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all'!$C$23:$M$23</c:f>
              <c:numCache>
                <c:formatCode>General</c:formatCode>
                <c:ptCount val="11"/>
                <c:pt idx="0">
                  <c:v>0</c:v>
                </c:pt>
                <c:pt idx="1">
                  <c:v>4.9327000000000003E-2</c:v>
                </c:pt>
                <c:pt idx="2">
                  <c:v>4.9854000000000002E-2</c:v>
                </c:pt>
                <c:pt idx="3">
                  <c:v>4.9861000000000003E-2</c:v>
                </c:pt>
                <c:pt idx="4">
                  <c:v>4.9861000000000003E-2</c:v>
                </c:pt>
                <c:pt idx="5">
                  <c:v>4.9861000000000003E-2</c:v>
                </c:pt>
                <c:pt idx="6">
                  <c:v>4.9861000000000003E-2</c:v>
                </c:pt>
                <c:pt idx="7">
                  <c:v>4.9861000000000003E-2</c:v>
                </c:pt>
                <c:pt idx="8">
                  <c:v>4.9861000000000003E-2</c:v>
                </c:pt>
                <c:pt idx="9">
                  <c:v>4.9861000000000003E-2</c:v>
                </c:pt>
                <c:pt idx="10">
                  <c:v>4.9861000000000003E-2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4-7279-46B9-8EDF-CD52FFA85FDD}"/>
            </c:ext>
          </c:extLst>
        </c:ser>
        <c:ser>
          <c:idx val="21"/>
          <c:order val="21"/>
          <c:tx>
            <c:v>Other</c:v>
          </c:tx>
          <c:spPr>
            <a:ln w="28575" cap="rnd">
              <a:solidFill>
                <a:schemeClr val="accent4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all'!$C$24:$M$24</c:f>
              <c:numCache>
                <c:formatCode>General</c:formatCode>
                <c:ptCount val="11"/>
                <c:pt idx="0">
                  <c:v>0</c:v>
                </c:pt>
                <c:pt idx="1">
                  <c:v>3.0105E-2</c:v>
                </c:pt>
                <c:pt idx="2">
                  <c:v>2.9840999999999999E-2</c:v>
                </c:pt>
                <c:pt idx="3">
                  <c:v>2.9832999999999998E-2</c:v>
                </c:pt>
                <c:pt idx="4">
                  <c:v>2.9832999999999998E-2</c:v>
                </c:pt>
                <c:pt idx="5">
                  <c:v>2.9832999999999998E-2</c:v>
                </c:pt>
                <c:pt idx="6">
                  <c:v>2.9832999999999998E-2</c:v>
                </c:pt>
                <c:pt idx="7">
                  <c:v>2.9832999999999998E-2</c:v>
                </c:pt>
                <c:pt idx="8">
                  <c:v>2.9832999999999998E-2</c:v>
                </c:pt>
                <c:pt idx="9">
                  <c:v>2.9832999999999998E-2</c:v>
                </c:pt>
                <c:pt idx="10">
                  <c:v>2.9832999999999998E-2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5-7279-46B9-8EDF-CD52FFA85FDD}"/>
            </c:ext>
          </c:extLst>
        </c:ser>
        <c:ser>
          <c:idx val="22"/>
          <c:order val="22"/>
          <c:tx>
            <c:v>Unknown</c:v>
          </c:tx>
          <c:spPr>
            <a:ln w="28575" cap="rnd">
              <a:solidFill>
                <a:schemeClr val="accent5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all'!$C$25:$M$25</c:f>
              <c:numCache>
                <c:formatCode>General</c:formatCode>
                <c:ptCount val="11"/>
                <c:pt idx="0">
                  <c:v>0</c:v>
                </c:pt>
                <c:pt idx="1">
                  <c:v>1.65E-4</c:v>
                </c:pt>
                <c:pt idx="2">
                  <c:v>1.65E-4</c:v>
                </c:pt>
                <c:pt idx="3">
                  <c:v>1.65E-4</c:v>
                </c:pt>
                <c:pt idx="4">
                  <c:v>1.65E-4</c:v>
                </c:pt>
                <c:pt idx="5">
                  <c:v>1.65E-4</c:v>
                </c:pt>
                <c:pt idx="6">
                  <c:v>1.65E-4</c:v>
                </c:pt>
                <c:pt idx="7">
                  <c:v>1.65E-4</c:v>
                </c:pt>
                <c:pt idx="8">
                  <c:v>1.65E-4</c:v>
                </c:pt>
                <c:pt idx="9">
                  <c:v>1.65E-4</c:v>
                </c:pt>
                <c:pt idx="10">
                  <c:v>1.65E-4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6-7279-46B9-8EDF-CD52FFA85FDD}"/>
            </c:ext>
          </c:extLst>
        </c:ser>
        <c:ser>
          <c:idx val="23"/>
          <c:order val="23"/>
          <c:tx>
            <c:v>Road/Highway</c:v>
          </c:tx>
          <c:spPr>
            <a:ln w="28575" cap="rnd">
              <a:solidFill>
                <a:schemeClr val="accent6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all'!$C$26:$M$26</c:f>
              <c:numCache>
                <c:formatCode>General</c:formatCode>
                <c:ptCount val="11"/>
                <c:pt idx="0">
                  <c:v>0</c:v>
                </c:pt>
                <c:pt idx="1">
                  <c:v>1.0189999999999999E-2</c:v>
                </c:pt>
                <c:pt idx="2">
                  <c:v>1.0097E-2</c:v>
                </c:pt>
                <c:pt idx="3">
                  <c:v>1.0096000000000001E-2</c:v>
                </c:pt>
                <c:pt idx="4">
                  <c:v>1.0096000000000001E-2</c:v>
                </c:pt>
                <c:pt idx="5">
                  <c:v>1.0096000000000001E-2</c:v>
                </c:pt>
                <c:pt idx="6">
                  <c:v>1.0096000000000001E-2</c:v>
                </c:pt>
                <c:pt idx="7">
                  <c:v>1.0096000000000001E-2</c:v>
                </c:pt>
                <c:pt idx="8">
                  <c:v>1.0096000000000001E-2</c:v>
                </c:pt>
                <c:pt idx="9">
                  <c:v>1.0096000000000001E-2</c:v>
                </c:pt>
                <c:pt idx="10">
                  <c:v>1.0096000000000001E-2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7-7279-46B9-8EDF-CD52FFA85FDD}"/>
            </c:ext>
          </c:extLst>
        </c:ser>
        <c:ser>
          <c:idx val="24"/>
          <c:order val="24"/>
          <c:tx>
            <c:v>Agricultural Facility</c:v>
          </c:tx>
          <c:spPr>
            <a:ln w="28575" cap="rnd">
              <a:solidFill>
                <a:schemeClr val="accent1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all'!$C$29:$M$29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25</c:v>
                </c:pt>
                <c:pt idx="4">
                  <c:v>50</c:v>
                </c:pt>
                <c:pt idx="5">
                  <c:v>100</c:v>
                </c:pt>
                <c:pt idx="6">
                  <c:v>250</c:v>
                </c:pt>
                <c:pt idx="7">
                  <c:v>500</c:v>
                </c:pt>
                <c:pt idx="8">
                  <c:v>750</c:v>
                </c:pt>
                <c:pt idx="9">
                  <c:v>1000</c:v>
                </c:pt>
                <c:pt idx="10">
                  <c:v>2000</c:v>
                </c:pt>
              </c:numCache>
            </c:numRef>
          </c:cat>
          <c:val>
            <c:numRef>
              <c:f>'infra, all'!$C$28:$M$28</c:f>
              <c:numCache>
                <c:formatCode>General</c:formatCode>
                <c:ptCount val="11"/>
                <c:pt idx="0">
                  <c:v>0</c:v>
                </c:pt>
                <c:pt idx="1">
                  <c:v>3.3445999999999997E-2</c:v>
                </c:pt>
                <c:pt idx="2">
                  <c:v>3.3175000000000003E-2</c:v>
                </c:pt>
                <c:pt idx="3">
                  <c:v>3.3170999999999999E-2</c:v>
                </c:pt>
                <c:pt idx="4">
                  <c:v>3.3170999999999999E-2</c:v>
                </c:pt>
                <c:pt idx="5">
                  <c:v>3.3170999999999999E-2</c:v>
                </c:pt>
                <c:pt idx="6">
                  <c:v>3.3170999999999999E-2</c:v>
                </c:pt>
                <c:pt idx="7">
                  <c:v>3.3170999999999999E-2</c:v>
                </c:pt>
                <c:pt idx="8">
                  <c:v>3.3170999999999999E-2</c:v>
                </c:pt>
                <c:pt idx="9">
                  <c:v>3.3170999999999999E-2</c:v>
                </c:pt>
                <c:pt idx="10">
                  <c:v>3.3170999999999999E-2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8-7279-46B9-8EDF-CD52FFA85F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19005071"/>
        <c:axId val="419000751"/>
      </c:lineChart>
      <c:catAx>
        <c:axId val="41900507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After n Strikes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9000751"/>
        <c:crosses val="autoZero"/>
        <c:auto val="1"/>
        <c:lblAlgn val="ctr"/>
        <c:lblOffset val="100"/>
        <c:noMultiLvlLbl val="0"/>
      </c:catAx>
      <c:valAx>
        <c:axId val="419000751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Probability</a:t>
                </a:r>
                <a:r>
                  <a:rPr lang="en-US" baseline="0"/>
                  <a:t> of Strike Agaisnt End State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9005071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Markov</a:t>
            </a:r>
            <a:r>
              <a:rPr lang="en-US" baseline="0" dirty="0"/>
              <a:t> Projections for "Collapsed" Infrastructure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'infra, collapsed'!$B$4</c:f>
              <c:strCache>
                <c:ptCount val="1"/>
                <c:pt idx="0">
                  <c:v>Business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'infra, collapsed'!$C$12:$M$12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50</c:v>
                </c:pt>
                <c:pt idx="7">
                  <c:v>100</c:v>
                </c:pt>
                <c:pt idx="8">
                  <c:v>250</c:v>
                </c:pt>
                <c:pt idx="9">
                  <c:v>500</c:v>
                </c:pt>
                <c:pt idx="10">
                  <c:v>2000</c:v>
                </c:pt>
              </c:numCache>
            </c:numRef>
          </c:cat>
          <c:val>
            <c:numRef>
              <c:f>'infra, collapsed'!$C$4:$M$4</c:f>
              <c:numCache>
                <c:formatCode>General</c:formatCode>
                <c:ptCount val="11"/>
                <c:pt idx="0">
                  <c:v>1</c:v>
                </c:pt>
                <c:pt idx="1">
                  <c:v>0.24434700000000001</c:v>
                </c:pt>
                <c:pt idx="2">
                  <c:v>0.242673</c:v>
                </c:pt>
                <c:pt idx="3">
                  <c:v>0.24266499999999999</c:v>
                </c:pt>
                <c:pt idx="4">
                  <c:v>0.24266499999999999</c:v>
                </c:pt>
                <c:pt idx="5">
                  <c:v>0.24266499999999999</c:v>
                </c:pt>
                <c:pt idx="6">
                  <c:v>0.24266499999999999</c:v>
                </c:pt>
                <c:pt idx="7">
                  <c:v>0.24266499999999999</c:v>
                </c:pt>
                <c:pt idx="8">
                  <c:v>0.24266499999999999</c:v>
                </c:pt>
                <c:pt idx="9">
                  <c:v>0.24266499999999999</c:v>
                </c:pt>
                <c:pt idx="10">
                  <c:v>0.24266499999999999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C0-42BD-BD69-3E043EA61EB3}"/>
            </c:ext>
          </c:extLst>
        </c:ser>
        <c:ser>
          <c:idx val="0"/>
          <c:order val="1"/>
          <c:tx>
            <c:strRef>
              <c:f>'infra, collapsed'!$B$5</c:f>
              <c:strCache>
                <c:ptCount val="1"/>
                <c:pt idx="0">
                  <c:v>Transportation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'infra, collapsed'!$C$12:$M$12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50</c:v>
                </c:pt>
                <c:pt idx="7">
                  <c:v>100</c:v>
                </c:pt>
                <c:pt idx="8">
                  <c:v>250</c:v>
                </c:pt>
                <c:pt idx="9">
                  <c:v>500</c:v>
                </c:pt>
                <c:pt idx="10">
                  <c:v>2000</c:v>
                </c:pt>
              </c:numCache>
            </c:numRef>
          </c:cat>
          <c:val>
            <c:numRef>
              <c:f>'infra, collapsed'!$C$5:$M$5</c:f>
              <c:numCache>
                <c:formatCode>General</c:formatCode>
                <c:ptCount val="11"/>
                <c:pt idx="0">
                  <c:v>0</c:v>
                </c:pt>
                <c:pt idx="1">
                  <c:v>4.3263999999999997E-2</c:v>
                </c:pt>
                <c:pt idx="2">
                  <c:v>4.2942000000000001E-2</c:v>
                </c:pt>
                <c:pt idx="3">
                  <c:v>4.2937000000000003E-2</c:v>
                </c:pt>
                <c:pt idx="4">
                  <c:v>4.2937000000000003E-2</c:v>
                </c:pt>
                <c:pt idx="5">
                  <c:v>4.2937000000000003E-2</c:v>
                </c:pt>
                <c:pt idx="6">
                  <c:v>4.2937000000000003E-2</c:v>
                </c:pt>
                <c:pt idx="7">
                  <c:v>4.2937000000000003E-2</c:v>
                </c:pt>
                <c:pt idx="8">
                  <c:v>4.2937000000000003E-2</c:v>
                </c:pt>
                <c:pt idx="9">
                  <c:v>4.2937000000000003E-2</c:v>
                </c:pt>
                <c:pt idx="10">
                  <c:v>4.2937000000000003E-2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C0-42BD-BD69-3E043EA61EB3}"/>
            </c:ext>
          </c:extLst>
        </c:ser>
        <c:ser>
          <c:idx val="2"/>
          <c:order val="2"/>
          <c:tx>
            <c:strRef>
              <c:f>'infra, collapsed'!$B$6</c:f>
              <c:strCache>
                <c:ptCount val="1"/>
                <c:pt idx="0">
                  <c:v>Power &amp; Fuel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'infra, collapsed'!$C$12:$M$12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50</c:v>
                </c:pt>
                <c:pt idx="7">
                  <c:v>100</c:v>
                </c:pt>
                <c:pt idx="8">
                  <c:v>250</c:v>
                </c:pt>
                <c:pt idx="9">
                  <c:v>500</c:v>
                </c:pt>
                <c:pt idx="10">
                  <c:v>2000</c:v>
                </c:pt>
              </c:numCache>
            </c:numRef>
          </c:cat>
          <c:val>
            <c:numRef>
              <c:f>'infra, collapsed'!$C$6:$M$6</c:f>
              <c:numCache>
                <c:formatCode>General</c:formatCode>
                <c:ptCount val="11"/>
                <c:pt idx="0">
                  <c:v>0</c:v>
                </c:pt>
                <c:pt idx="1">
                  <c:v>0.21944</c:v>
                </c:pt>
                <c:pt idx="2">
                  <c:v>0.21920000000000001</c:v>
                </c:pt>
                <c:pt idx="3">
                  <c:v>0.21917800000000001</c:v>
                </c:pt>
                <c:pt idx="4">
                  <c:v>0.21917800000000001</c:v>
                </c:pt>
                <c:pt idx="5">
                  <c:v>0.21917800000000001</c:v>
                </c:pt>
                <c:pt idx="6">
                  <c:v>0.21917800000000001</c:v>
                </c:pt>
                <c:pt idx="7">
                  <c:v>0.21917800000000001</c:v>
                </c:pt>
                <c:pt idx="8">
                  <c:v>0.21917800000000001</c:v>
                </c:pt>
                <c:pt idx="9">
                  <c:v>0.21917800000000001</c:v>
                </c:pt>
                <c:pt idx="10">
                  <c:v>0.21917800000000001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C0-42BD-BD69-3E043EA61EB3}"/>
            </c:ext>
          </c:extLst>
        </c:ser>
        <c:ser>
          <c:idx val="3"/>
          <c:order val="3"/>
          <c:tx>
            <c:strRef>
              <c:f>'infra, collapsed'!$B$7</c:f>
              <c:strCache>
                <c:ptCount val="1"/>
                <c:pt idx="0">
                  <c:v>Civilian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'infra, collapsed'!$C$12:$M$12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50</c:v>
                </c:pt>
                <c:pt idx="7">
                  <c:v>100</c:v>
                </c:pt>
                <c:pt idx="8">
                  <c:v>250</c:v>
                </c:pt>
                <c:pt idx="9">
                  <c:v>500</c:v>
                </c:pt>
                <c:pt idx="10">
                  <c:v>2000</c:v>
                </c:pt>
              </c:numCache>
            </c:numRef>
          </c:cat>
          <c:val>
            <c:numRef>
              <c:f>'infra, collapsed'!$C$7:$M$7</c:f>
              <c:numCache>
                <c:formatCode>General</c:formatCode>
                <c:ptCount val="11"/>
                <c:pt idx="0">
                  <c:v>0</c:v>
                </c:pt>
                <c:pt idx="1">
                  <c:v>0.320494</c:v>
                </c:pt>
                <c:pt idx="2">
                  <c:v>0.32335000000000003</c:v>
                </c:pt>
                <c:pt idx="3">
                  <c:v>0.32338800000000001</c:v>
                </c:pt>
                <c:pt idx="4">
                  <c:v>0.32338899999999998</c:v>
                </c:pt>
                <c:pt idx="5">
                  <c:v>0.32338899999999998</c:v>
                </c:pt>
                <c:pt idx="6">
                  <c:v>0.32338899999999998</c:v>
                </c:pt>
                <c:pt idx="7">
                  <c:v>0.32338899999999998</c:v>
                </c:pt>
                <c:pt idx="8">
                  <c:v>0.32338899999999998</c:v>
                </c:pt>
                <c:pt idx="9">
                  <c:v>0.32338899999999998</c:v>
                </c:pt>
                <c:pt idx="10">
                  <c:v>0.32338899999999998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8C0-42BD-BD69-3E043EA61EB3}"/>
            </c:ext>
          </c:extLst>
        </c:ser>
        <c:ser>
          <c:idx val="4"/>
          <c:order val="4"/>
          <c:tx>
            <c:strRef>
              <c:f>'infra, collapsed'!$B$8</c:f>
              <c:strCache>
                <c:ptCount val="1"/>
                <c:pt idx="0">
                  <c:v>Government facilities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numRef>
              <c:f>'infra, collapsed'!$C$12:$M$12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50</c:v>
                </c:pt>
                <c:pt idx="7">
                  <c:v>100</c:v>
                </c:pt>
                <c:pt idx="8">
                  <c:v>250</c:v>
                </c:pt>
                <c:pt idx="9">
                  <c:v>500</c:v>
                </c:pt>
                <c:pt idx="10">
                  <c:v>2000</c:v>
                </c:pt>
              </c:numCache>
            </c:numRef>
          </c:cat>
          <c:val>
            <c:numRef>
              <c:f>'infra, collapsed'!$C$8:$M$8</c:f>
              <c:numCache>
                <c:formatCode>General</c:formatCode>
                <c:ptCount val="11"/>
                <c:pt idx="0">
                  <c:v>0</c:v>
                </c:pt>
                <c:pt idx="1">
                  <c:v>8.5228999999999999E-2</c:v>
                </c:pt>
                <c:pt idx="2">
                  <c:v>8.4887000000000004E-2</c:v>
                </c:pt>
                <c:pt idx="3">
                  <c:v>8.4885000000000002E-2</c:v>
                </c:pt>
                <c:pt idx="4">
                  <c:v>8.4885000000000002E-2</c:v>
                </c:pt>
                <c:pt idx="5">
                  <c:v>8.4885000000000002E-2</c:v>
                </c:pt>
                <c:pt idx="6">
                  <c:v>8.4885000000000002E-2</c:v>
                </c:pt>
                <c:pt idx="7">
                  <c:v>8.4885000000000002E-2</c:v>
                </c:pt>
                <c:pt idx="8">
                  <c:v>8.4885000000000002E-2</c:v>
                </c:pt>
                <c:pt idx="9">
                  <c:v>8.4885000000000002E-2</c:v>
                </c:pt>
                <c:pt idx="10">
                  <c:v>8.4885000000000002E-2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8C0-42BD-BD69-3E043EA61EB3}"/>
            </c:ext>
          </c:extLst>
        </c:ser>
        <c:ser>
          <c:idx val="5"/>
          <c:order val="5"/>
          <c:tx>
            <c:strRef>
              <c:f>'infra, collapsed'!$B$9</c:f>
              <c:strCache>
                <c:ptCount val="1"/>
                <c:pt idx="0">
                  <c:v>Resources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numRef>
              <c:f>'infra, collapsed'!$C$12:$M$12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50</c:v>
                </c:pt>
                <c:pt idx="7">
                  <c:v>100</c:v>
                </c:pt>
                <c:pt idx="8">
                  <c:v>250</c:v>
                </c:pt>
                <c:pt idx="9">
                  <c:v>500</c:v>
                </c:pt>
                <c:pt idx="10">
                  <c:v>2000</c:v>
                </c:pt>
              </c:numCache>
            </c:numRef>
          </c:cat>
          <c:val>
            <c:numRef>
              <c:f>'infra, collapsed'!$C$9:$M$9</c:f>
              <c:numCache>
                <c:formatCode>General</c:formatCode>
                <c:ptCount val="11"/>
                <c:pt idx="0">
                  <c:v>0</c:v>
                </c:pt>
                <c:pt idx="1">
                  <c:v>5.7160999999999997E-2</c:v>
                </c:pt>
                <c:pt idx="2">
                  <c:v>5.6950000000000001E-2</c:v>
                </c:pt>
                <c:pt idx="3">
                  <c:v>5.6946999999999998E-2</c:v>
                </c:pt>
                <c:pt idx="4">
                  <c:v>5.6946999999999998E-2</c:v>
                </c:pt>
                <c:pt idx="5">
                  <c:v>5.6946999999999998E-2</c:v>
                </c:pt>
                <c:pt idx="6">
                  <c:v>5.6946999999999998E-2</c:v>
                </c:pt>
                <c:pt idx="7">
                  <c:v>5.6946999999999998E-2</c:v>
                </c:pt>
                <c:pt idx="8">
                  <c:v>5.6946999999999998E-2</c:v>
                </c:pt>
                <c:pt idx="9">
                  <c:v>5.6946999999999998E-2</c:v>
                </c:pt>
                <c:pt idx="10">
                  <c:v>5.6946999999999998E-2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68C0-42BD-BD69-3E043EA61EB3}"/>
            </c:ext>
          </c:extLst>
        </c:ser>
        <c:ser>
          <c:idx val="6"/>
          <c:order val="6"/>
          <c:tx>
            <c:strRef>
              <c:f>'infra, collapsed'!$B$10</c:f>
              <c:strCache>
                <c:ptCount val="1"/>
                <c:pt idx="0">
                  <c:v>Other</c:v>
                </c:pt>
              </c:strCache>
            </c:strRef>
          </c:tx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collapsed'!$C$12:$M$12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50</c:v>
                </c:pt>
                <c:pt idx="7">
                  <c:v>100</c:v>
                </c:pt>
                <c:pt idx="8">
                  <c:v>250</c:v>
                </c:pt>
                <c:pt idx="9">
                  <c:v>500</c:v>
                </c:pt>
                <c:pt idx="10">
                  <c:v>2000</c:v>
                </c:pt>
              </c:numCache>
            </c:numRef>
          </c:cat>
          <c:val>
            <c:numRef>
              <c:f>'infra, collapsed'!$C$10:$M$10</c:f>
              <c:numCache>
                <c:formatCode>General</c:formatCode>
                <c:ptCount val="11"/>
                <c:pt idx="0">
                  <c:v>0</c:v>
                </c:pt>
                <c:pt idx="1">
                  <c:v>2.9902000000000001E-2</c:v>
                </c:pt>
                <c:pt idx="2">
                  <c:v>2.9833999999999999E-2</c:v>
                </c:pt>
                <c:pt idx="3">
                  <c:v>2.9833999999999999E-2</c:v>
                </c:pt>
                <c:pt idx="4">
                  <c:v>2.9833999999999999E-2</c:v>
                </c:pt>
                <c:pt idx="5">
                  <c:v>2.9833999999999999E-2</c:v>
                </c:pt>
                <c:pt idx="6">
                  <c:v>2.9833999999999999E-2</c:v>
                </c:pt>
                <c:pt idx="7">
                  <c:v>2.9833999999999999E-2</c:v>
                </c:pt>
                <c:pt idx="8">
                  <c:v>2.9833999999999999E-2</c:v>
                </c:pt>
                <c:pt idx="9">
                  <c:v>2.9833999999999999E-2</c:v>
                </c:pt>
                <c:pt idx="10">
                  <c:v>2.9833999999999999E-2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8C0-42BD-BD69-3E043EA61EB3}"/>
            </c:ext>
          </c:extLst>
        </c:ser>
        <c:ser>
          <c:idx val="7"/>
          <c:order val="7"/>
          <c:tx>
            <c:strRef>
              <c:f>'infra, collapsed'!$B$11</c:f>
              <c:strCache>
                <c:ptCount val="1"/>
                <c:pt idx="0">
                  <c:v>Unknown</c:v>
                </c:pt>
              </c:strCache>
            </c:strRef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'infra, collapsed'!$C$12:$M$12</c:f>
              <c:numCache>
                <c:formatCode>General</c:formatCode>
                <c:ptCount val="1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50</c:v>
                </c:pt>
                <c:pt idx="7">
                  <c:v>100</c:v>
                </c:pt>
                <c:pt idx="8">
                  <c:v>250</c:v>
                </c:pt>
                <c:pt idx="9">
                  <c:v>500</c:v>
                </c:pt>
                <c:pt idx="10">
                  <c:v>2000</c:v>
                </c:pt>
              </c:numCache>
            </c:numRef>
          </c:cat>
          <c:val>
            <c:numRef>
              <c:f>'infra, collapsed'!$C$11:$M$11</c:f>
              <c:numCache>
                <c:formatCode>General</c:formatCode>
                <c:ptCount val="11"/>
                <c:pt idx="0">
                  <c:v>0</c:v>
                </c:pt>
                <c:pt idx="1">
                  <c:v>1.63E-4</c:v>
                </c:pt>
                <c:pt idx="2">
                  <c:v>1.65E-4</c:v>
                </c:pt>
                <c:pt idx="3">
                  <c:v>1.65E-4</c:v>
                </c:pt>
                <c:pt idx="4">
                  <c:v>1.65E-4</c:v>
                </c:pt>
                <c:pt idx="5">
                  <c:v>1.65E-4</c:v>
                </c:pt>
                <c:pt idx="6">
                  <c:v>1.65E-4</c:v>
                </c:pt>
                <c:pt idx="7">
                  <c:v>1.65E-4</c:v>
                </c:pt>
                <c:pt idx="8">
                  <c:v>1.65E-4</c:v>
                </c:pt>
                <c:pt idx="9">
                  <c:v>1.65E-4</c:v>
                </c:pt>
                <c:pt idx="10">
                  <c:v>1.65E-4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68C0-42BD-BD69-3E043EA61E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59804415"/>
        <c:axId val="459806815"/>
      </c:lineChart>
      <c:catAx>
        <c:axId val="45980441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After</a:t>
                </a:r>
                <a:r>
                  <a:rPr lang="en-US" baseline="0"/>
                  <a:t> n Strikes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59806815"/>
        <c:crosses val="autoZero"/>
        <c:auto val="1"/>
        <c:lblAlgn val="ctr"/>
        <c:lblOffset val="100"/>
        <c:noMultiLvlLbl val="0"/>
      </c:catAx>
      <c:valAx>
        <c:axId val="459806815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Probability of Strike Agasint End State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598044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684A5-DA25-852B-C7B0-BB6599D7E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67E36E-CE5E-B264-C3E8-82BEDED75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9FDA9-80FD-E774-F3CE-4FFEA715C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B58CB5-B033-F5EB-6ED2-C6AB7F843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C086B-BC5C-7612-F01D-3D864D19E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72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9DC3D-5C7E-EE51-7EF9-B29C3CC87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7AB7B-BCB7-0DBE-F15F-EE6DC11E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0C210-1096-C4AE-235C-E0B3D5C99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8E056-DE36-3F49-037A-35C92DF62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88E61-CDA0-E24B-5FFD-5AFC4734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441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AA346-26B0-B740-9429-3D6F369C7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F7DEF4-F844-085F-C358-117D26B1E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295EC-07D0-A526-77AA-51536E837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7A302-1219-85FD-D1EA-211801C92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FB076-DE5C-1EFE-4CDF-7429356AD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000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8AB1F-B630-1A47-1A28-BD473ED00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ABA10-C104-4CD0-C19E-DE2011DAA9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F1D8F-1915-7760-ADC1-99A03EA513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518BBE-6665-CC5F-535C-367A7C735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5AB8B1-1F3F-7D0A-D289-05F2CDAB4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7DC3EA-C399-46C0-4386-833F5BF11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268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0A808-DAE9-A95B-84D7-E50B20843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3DC3B-9318-FA66-182F-AEC100A96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979C26-C865-DE12-24E5-CC967D0EB1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52D1B0-C464-737C-0A53-147414193D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0755EE-2169-31B3-5F0B-CD9309A9F8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804C15-5D59-B177-8EBF-97B0A0873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46C0A5-E8DF-902F-8C10-872BDB31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3224A5-9FBB-C82C-75AC-B2CEF3C5D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279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5CA1-9828-401B-50BA-71813E20E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D75B47-B1F7-157E-479C-284FFAC9E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6B7215-432E-2A21-FF25-5F62ABF8E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869E3C-BEB1-2B1E-355A-5EF7D4791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81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8C2F3C-6DD5-5B95-FF18-C49265FB4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172F20-48B6-2581-730F-0DAA4BC97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6AA22-C67E-82E8-19FA-540936EB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78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2415-30FA-6BB9-93E8-B640BE51C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0509C-C96A-F22C-622F-0A61D2B4D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289700-F938-B075-FF4B-94933DBAB1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7468F4-CDC3-4F84-F037-56E66528B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59673-F8E4-A538-13F8-D63719956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463D4-46B6-D4A9-AD25-007D87CCA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83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6CBDA-0658-1AE3-2E03-99212BCBA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828968-5708-4C37-DA64-C3C99C3D06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CA560F-AABE-4DEF-4BB9-EABD121A8F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E02D1D-FFB5-AC58-2EA6-4BA4CC026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DF3F3-DF26-03FE-03F6-605AD3ECF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075DB4-8DD0-8FDF-E8E1-9008DF9C9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807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6F3BA-D964-F92A-20A4-F9EFFA631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A5E6F9-14A3-EE8A-FF1B-352DFBA57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DA290-DD16-D517-A45A-182B636A1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325E0-2007-7BFC-E1A5-AC84A746B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448BAD-8EE8-58C6-7130-BBB91E219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864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A19663-7EA3-6CBA-1E13-F982858C5B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320A13-9960-FCC8-2A7E-8F1058819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4B66B-6144-EB27-1BD8-9FDF84E32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19E49-4B04-1894-FA4A-FEEEFE051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E80EB-420A-CDEC-DF7E-5688D1D0A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22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F1CE-A9FE-4D8B-16C5-15CF83D57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7FBE0-780E-272D-A54F-368341EEB7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70B0F-A78D-0D94-A767-8B5C84BB77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5F5756-B67A-DB35-F7D4-10B5452FBD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DC138-3487-754D-8ED8-CF72007485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588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D0A44-377B-3152-31A2-4151B27F85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Projecting Infrastructure Strikes in Ukraine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C1DF33-9B29-08CB-855E-CF9579A517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67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996EA-8120-67DA-2E1B-76B42D51A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Summary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64F4830-C53E-C4FF-F06D-3A3A93C305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2124188"/>
              </p:ext>
            </p:extLst>
          </p:nvPr>
        </p:nvGraphicFramePr>
        <p:xfrm>
          <a:off x="838200" y="1825625"/>
          <a:ext cx="105156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46558508"/>
                    </a:ext>
                  </a:extLst>
                </a:gridCol>
                <a:gridCol w="1736496">
                  <a:extLst>
                    <a:ext uri="{9D8B030D-6E8A-4147-A177-3AD203B41FA5}">
                      <a16:colId xmlns:a16="http://schemas.microsoft.com/office/drawing/2014/main" val="1899274691"/>
                    </a:ext>
                  </a:extLst>
                </a:gridCol>
                <a:gridCol w="1743959">
                  <a:extLst>
                    <a:ext uri="{9D8B030D-6E8A-4147-A177-3AD203B41FA5}">
                      <a16:colId xmlns:a16="http://schemas.microsoft.com/office/drawing/2014/main" val="2387179946"/>
                    </a:ext>
                  </a:extLst>
                </a:gridCol>
                <a:gridCol w="4406245">
                  <a:extLst>
                    <a:ext uri="{9D8B030D-6E8A-4147-A177-3AD203B41FA5}">
                      <a16:colId xmlns:a16="http://schemas.microsoft.com/office/drawing/2014/main" val="39767351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Attribute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Categorization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Description/Purpose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082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Continuous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1077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Discrete, Categorical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Numeric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734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510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85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2443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822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3570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621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204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247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8AC7-DB41-9416-B3E3-BEF058A0D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6945F-D5A4-0DE9-E6AD-242CF18A3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Summary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619C10-E193-29A0-1436-E106A8CED6D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46558508"/>
                    </a:ext>
                  </a:extLst>
                </a:gridCol>
                <a:gridCol w="1736496">
                  <a:extLst>
                    <a:ext uri="{9D8B030D-6E8A-4147-A177-3AD203B41FA5}">
                      <a16:colId xmlns:a16="http://schemas.microsoft.com/office/drawing/2014/main" val="1899274691"/>
                    </a:ext>
                  </a:extLst>
                </a:gridCol>
                <a:gridCol w="1743959">
                  <a:extLst>
                    <a:ext uri="{9D8B030D-6E8A-4147-A177-3AD203B41FA5}">
                      <a16:colId xmlns:a16="http://schemas.microsoft.com/office/drawing/2014/main" val="2387179946"/>
                    </a:ext>
                  </a:extLst>
                </a:gridCol>
                <a:gridCol w="4406245">
                  <a:extLst>
                    <a:ext uri="{9D8B030D-6E8A-4147-A177-3AD203B41FA5}">
                      <a16:colId xmlns:a16="http://schemas.microsoft.com/office/drawing/2014/main" val="39767351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Attribute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Categorization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Description/Purpose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082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Continuous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1077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Discrete, Categorical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Numeric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734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510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85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2443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822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3570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621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204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2877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CC579-5CC0-A5BD-3B70-BDF1CB6BF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A432B6-2B47-2D08-4D66-59E0E2B0B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oblast</a:t>
            </a:r>
          </a:p>
          <a:p>
            <a:r>
              <a:rPr lang="en-US" dirty="0"/>
              <a:t>rayon</a:t>
            </a:r>
          </a:p>
          <a:p>
            <a:r>
              <a:rPr lang="en-US" dirty="0"/>
              <a:t>type_of_infrastructure</a:t>
            </a:r>
          </a:p>
        </p:txBody>
      </p:sp>
    </p:spTree>
    <p:extLst>
      <p:ext uri="{BB962C8B-B14F-4D97-AF65-F5344CB8AC3E}">
        <p14:creationId xmlns:p14="http://schemas.microsoft.com/office/powerpoint/2010/main" val="64733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3B684-7610-B1D2-CEFC-8BD5C31B7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19540" cy="1325563"/>
          </a:xfrm>
        </p:spPr>
        <p:txBody>
          <a:bodyPr/>
          <a:lstStyle/>
          <a:p>
            <a:r>
              <a:rPr lang="en-US" dirty="0"/>
              <a:t>Markov Transition Tables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E934E2D-DC50-5F05-84D7-445162EBF7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7035" y="270200"/>
            <a:ext cx="7044965" cy="634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902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07E5D-0C1A-2063-341A-4C9C6D90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Transition Tables (2)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87C7871-B3F9-DE91-164C-259656092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7234" y="1571101"/>
            <a:ext cx="4818337" cy="46764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0DDD08-2D09-2B7C-C3E1-3291478D2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464" y="1293773"/>
            <a:ext cx="4825823" cy="4676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236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FEB94-5D1E-3A75-E13F-030411C94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19E64-E93C-6697-672B-EBB1B7C4B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EB8E65-4BC0-AC59-C502-845B9EF5D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907" y="203757"/>
            <a:ext cx="9178613" cy="54518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F63EBA-1769-C297-231A-FC16492186EB}"/>
              </a:ext>
            </a:extLst>
          </p:cNvPr>
          <p:cNvSpPr txBox="1"/>
          <p:nvPr/>
        </p:nvSpPr>
        <p:spPr>
          <a:xfrm>
            <a:off x="4939645" y="5910606"/>
            <a:ext cx="41592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Infrastructure Markov Projection Numbers</a:t>
            </a:r>
          </a:p>
        </p:txBody>
      </p:sp>
    </p:spTree>
    <p:extLst>
      <p:ext uri="{BB962C8B-B14F-4D97-AF65-F5344CB8AC3E}">
        <p14:creationId xmlns:p14="http://schemas.microsoft.com/office/powerpoint/2010/main" val="2130951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F6826-3B8C-A91B-E256-36B6FCD96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(2) - Oblasts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BABE3E7F-A5B9-196D-2B51-2EBCCF3C2A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4345007"/>
              </p:ext>
            </p:extLst>
          </p:nvPr>
        </p:nvGraphicFramePr>
        <p:xfrm>
          <a:off x="152989" y="1721168"/>
          <a:ext cx="5154302" cy="39966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2B9AE74C-849B-00FF-50DA-C416037FEEB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00028188"/>
              </p:ext>
            </p:extLst>
          </p:nvPr>
        </p:nvGraphicFramePr>
        <p:xfrm>
          <a:off x="5538483" y="1721168"/>
          <a:ext cx="4840428" cy="39966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78392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00459-5ED7-B99A-0340-CA6C04C10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132C-BC48-CBBB-2B5C-6FB5B2036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(3) - Rayons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5EF74E2-1F95-99E4-7804-3A2BDDBEC03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88001188"/>
              </p:ext>
            </p:extLst>
          </p:nvPr>
        </p:nvGraphicFramePr>
        <p:xfrm>
          <a:off x="504963" y="1690688"/>
          <a:ext cx="4660926" cy="4514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5E82E27-8092-2828-D2C5-98A54CF897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8997175"/>
              </p:ext>
            </p:extLst>
          </p:nvPr>
        </p:nvGraphicFramePr>
        <p:xfrm>
          <a:off x="5552388" y="1828800"/>
          <a:ext cx="5801412" cy="41030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009642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7D46-AE80-FFB2-F798-21A51E98A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0C633-4F02-5C5E-4C22-C67168762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(4) - Infrastructure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8E51B3DA-4A93-369C-102E-F7D7345E60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2128841"/>
              </p:ext>
            </p:extLst>
          </p:nvPr>
        </p:nvGraphicFramePr>
        <p:xfrm>
          <a:off x="3140075" y="1506008"/>
          <a:ext cx="6426200" cy="52747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50526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640E-8E8B-43F5-F171-A6C95073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10AF-CA57-E2A9-2193-97FF0F151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(5) – Infrastructure, Recoded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FDEF4C9D-22C3-4B3D-F90C-A1D2D78FBD2F}"/>
              </a:ext>
            </a:extLst>
          </p:cNvPr>
          <p:cNvGraphicFramePr>
            <a:graphicFrameLocks/>
          </p:cNvGraphicFramePr>
          <p:nvPr/>
        </p:nvGraphicFramePr>
        <p:xfrm>
          <a:off x="2926080" y="1421130"/>
          <a:ext cx="6339840" cy="40157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906627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0BCC4-D731-9BFE-B53D-C5898A46A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Expansion (geo data)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FB829-E160-ACDE-1ADB-B6AB9B3D8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06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1200</TotalTime>
  <Words>200</Words>
  <Application>Microsoft Office PowerPoint</Application>
  <PresentationFormat>Widescreen</PresentationFormat>
  <Paragraphs>50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Projecting Infrastructure Strikes in Ukraine</vt:lpstr>
      <vt:lpstr>Data Summary</vt:lpstr>
      <vt:lpstr>Data Summary (2)</vt:lpstr>
      <vt:lpstr>Target Variables</vt:lpstr>
      <vt:lpstr>Markov Transition Tables</vt:lpstr>
      <vt:lpstr>Markov Transition Tables (2)</vt:lpstr>
      <vt:lpstr>Results</vt:lpstr>
      <vt:lpstr>Results (2) - Oblasts</vt:lpstr>
      <vt:lpstr>Results (3) - Rayons</vt:lpstr>
      <vt:lpstr>Results (4) - Infrastructure</vt:lpstr>
      <vt:lpstr>Results (5) – Infrastructure, Recoded</vt:lpstr>
      <vt:lpstr>Expansion (geo data)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Dallas</dc:creator>
  <cp:lastModifiedBy>Ryan Dallas</cp:lastModifiedBy>
  <cp:revision>2</cp:revision>
  <dcterms:created xsi:type="dcterms:W3CDTF">2025-11-12T02:18:14Z</dcterms:created>
  <dcterms:modified xsi:type="dcterms:W3CDTF">2025-11-12T22:18:22Z</dcterms:modified>
</cp:coreProperties>
</file>